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1_CBBE791A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3"/>
  </p:notesMasterIdLst>
  <p:sldIdLst>
    <p:sldId id="257" r:id="rId2"/>
  </p:sldIdLst>
  <p:sldSz cx="30275213" cy="21383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197855F-D034-899F-54AB-6286D54721C7}" name="Oliver Cunliffe" initials="" userId="S::ocunliffe@adobe.com::776a771f-d562-4240-85a3-ef29eb7ca18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EBEE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D72056-37D4-41A4-BB4F-1365B0FB79C3}" v="20" dt="2024-10-09T08:52:47.769"/>
    <p1510:client id="{8931A3A4-D177-5B33-ABFC-AB1887D6E11B}" v="26" dt="2024-10-09T08:41:45.0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–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2833802-FEF1-4C79-8D5D-14CF1EAF98D9}" styleName="Light Style 2 –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microsoft.com/office/2018/10/relationships/authors" Target="author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iver Cunliffe" userId="776a771f-d562-4240-85a3-ef29eb7ca182" providerId="ADAL" clId="{FB5E9084-2817-264D-B38A-624A50E4E392}"/>
    <pc:docChg chg="undo custSel addSld delSld modSld sldOrd modMainMaster modNotesMaster">
      <pc:chgData name="Oliver Cunliffe" userId="776a771f-d562-4240-85a3-ef29eb7ca182" providerId="ADAL" clId="{FB5E9084-2817-264D-B38A-624A50E4E392}" dt="2024-10-04T19:25:49.851" v="5010" actId="2696"/>
      <pc:docMkLst>
        <pc:docMk/>
      </pc:docMkLst>
      <pc:sldChg chg="addSp delSp modSp add del mod modShow modNotes">
        <pc:chgData name="Oliver Cunliffe" userId="776a771f-d562-4240-85a3-ef29eb7ca182" providerId="ADAL" clId="{FB5E9084-2817-264D-B38A-624A50E4E392}" dt="2024-10-01T09:31:28.270" v="4813" actId="2696"/>
        <pc:sldMkLst>
          <pc:docMk/>
          <pc:sldMk cId="4204187513" sldId="256"/>
        </pc:sldMkLst>
        <pc:spChg chg="mod">
          <ac:chgData name="Oliver Cunliffe" userId="776a771f-d562-4240-85a3-ef29eb7ca182" providerId="ADAL" clId="{FB5E9084-2817-264D-B38A-624A50E4E392}" dt="2024-09-25T14:47:44.220" v="4106"/>
          <ac:spMkLst>
            <pc:docMk/>
            <pc:sldMk cId="4204187513" sldId="256"/>
            <ac:spMk id="21" creationId="{22BE6CCB-7346-450B-BF04-6CED25791CEC}"/>
          </ac:spMkLst>
        </pc:spChg>
        <pc:spChg chg="mod">
          <ac:chgData name="Oliver Cunliffe" userId="776a771f-d562-4240-85a3-ef29eb7ca182" providerId="ADAL" clId="{FB5E9084-2817-264D-B38A-624A50E4E392}" dt="2024-09-25T14:50:40.093" v="4142" actId="167"/>
          <ac:spMkLst>
            <pc:docMk/>
            <pc:sldMk cId="4204187513" sldId="256"/>
            <ac:spMk id="22" creationId="{42696CF6-783C-45C0-3DD3-DA5852417AC2}"/>
          </ac:spMkLst>
        </pc:spChg>
        <pc:spChg chg="add del mod">
          <ac:chgData name="Oliver Cunliffe" userId="776a771f-d562-4240-85a3-ef29eb7ca182" providerId="ADAL" clId="{FB5E9084-2817-264D-B38A-624A50E4E392}" dt="2024-09-25T14:53:16.449" v="4182" actId="478"/>
          <ac:spMkLst>
            <pc:docMk/>
            <pc:sldMk cId="4204187513" sldId="256"/>
            <ac:spMk id="24" creationId="{B3C876CF-E3D1-A6D1-7310-121DB32BAF44}"/>
          </ac:spMkLst>
        </pc:spChg>
        <pc:spChg chg="add del mod">
          <ac:chgData name="Oliver Cunliffe" userId="776a771f-d562-4240-85a3-ef29eb7ca182" providerId="ADAL" clId="{FB5E9084-2817-264D-B38A-624A50E4E392}" dt="2024-09-25T14:52:12.683" v="4158" actId="478"/>
          <ac:spMkLst>
            <pc:docMk/>
            <pc:sldMk cId="4204187513" sldId="256"/>
            <ac:spMk id="25" creationId="{E71CFFCC-D493-BC5D-7E56-C6D8D784962F}"/>
          </ac:spMkLst>
        </pc:spChg>
        <pc:spChg chg="add del mod">
          <ac:chgData name="Oliver Cunliffe" userId="776a771f-d562-4240-85a3-ef29eb7ca182" providerId="ADAL" clId="{FB5E9084-2817-264D-B38A-624A50E4E392}" dt="2024-09-25T14:52:16.968" v="4162" actId="478"/>
          <ac:spMkLst>
            <pc:docMk/>
            <pc:sldMk cId="4204187513" sldId="256"/>
            <ac:spMk id="26" creationId="{0ECC50DF-BF9E-17E3-67DC-D7E9C53519B7}"/>
          </ac:spMkLst>
        </pc:spChg>
        <pc:spChg chg="add del mod">
          <ac:chgData name="Oliver Cunliffe" userId="776a771f-d562-4240-85a3-ef29eb7ca182" providerId="ADAL" clId="{FB5E9084-2817-264D-B38A-624A50E4E392}" dt="2024-09-25T14:52:20.997" v="4165" actId="478"/>
          <ac:spMkLst>
            <pc:docMk/>
            <pc:sldMk cId="4204187513" sldId="256"/>
            <ac:spMk id="27" creationId="{4BFD2C13-086E-AF4B-50FF-D5CB1D44D2D8}"/>
          </ac:spMkLst>
        </pc:spChg>
        <pc:grpChg chg="add del mod">
          <ac:chgData name="Oliver Cunliffe" userId="776a771f-d562-4240-85a3-ef29eb7ca182" providerId="ADAL" clId="{FB5E9084-2817-264D-B38A-624A50E4E392}" dt="2024-09-25T14:53:18.250" v="4183" actId="478"/>
          <ac:grpSpMkLst>
            <pc:docMk/>
            <pc:sldMk cId="4204187513" sldId="256"/>
            <ac:grpSpMk id="20" creationId="{48E9AA08-329F-EDD7-3E2E-0E3C28FF7A91}"/>
          </ac:grpSpMkLst>
        </pc:grpChg>
        <pc:graphicFrameChg chg="add mod modGraphic">
          <ac:chgData name="Oliver Cunliffe" userId="776a771f-d562-4240-85a3-ef29eb7ca182" providerId="ADAL" clId="{FB5E9084-2817-264D-B38A-624A50E4E392}" dt="2024-09-27T14:49:47.368" v="4686"/>
          <ac:graphicFrameMkLst>
            <pc:docMk/>
            <pc:sldMk cId="4204187513" sldId="256"/>
            <ac:graphicFrameMk id="14" creationId="{6C918B7D-E1B0-C83B-8AE9-D3D52CCBB014}"/>
          </ac:graphicFrameMkLst>
        </pc:graphicFrameChg>
        <pc:picChg chg="add del mod">
          <ac:chgData name="Oliver Cunliffe" userId="776a771f-d562-4240-85a3-ef29eb7ca182" providerId="ADAL" clId="{FB5E9084-2817-264D-B38A-624A50E4E392}" dt="2024-09-25T14:47:15.174" v="4104" actId="478"/>
          <ac:picMkLst>
            <pc:docMk/>
            <pc:sldMk cId="4204187513" sldId="256"/>
            <ac:picMk id="5" creationId="{56F804FB-D233-0B83-38C9-D8795A064B50}"/>
          </ac:picMkLst>
        </pc:picChg>
        <pc:picChg chg="add del mod">
          <ac:chgData name="Oliver Cunliffe" userId="776a771f-d562-4240-85a3-ef29eb7ca182" providerId="ADAL" clId="{FB5E9084-2817-264D-B38A-624A50E4E392}" dt="2024-10-01T08:21:46.097" v="4803" actId="21"/>
          <ac:picMkLst>
            <pc:docMk/>
            <pc:sldMk cId="4204187513" sldId="256"/>
            <ac:picMk id="6" creationId="{5DE23CEC-6941-E62F-FA87-958CD8C434E5}"/>
          </ac:picMkLst>
        </pc:picChg>
        <pc:picChg chg="add del mod">
          <ac:chgData name="Oliver Cunliffe" userId="776a771f-d562-4240-85a3-ef29eb7ca182" providerId="ADAL" clId="{FB5E9084-2817-264D-B38A-624A50E4E392}" dt="2024-10-01T08:21:46.097" v="4803" actId="21"/>
          <ac:picMkLst>
            <pc:docMk/>
            <pc:sldMk cId="4204187513" sldId="256"/>
            <ac:picMk id="7" creationId="{A64FBBEB-A980-9F47-6966-C84CD8E92ADB}"/>
          </ac:picMkLst>
        </pc:picChg>
        <pc:picChg chg="add del mod">
          <ac:chgData name="Oliver Cunliffe" userId="776a771f-d562-4240-85a3-ef29eb7ca182" providerId="ADAL" clId="{FB5E9084-2817-264D-B38A-624A50E4E392}" dt="2024-10-01T08:21:46.097" v="4803" actId="21"/>
          <ac:picMkLst>
            <pc:docMk/>
            <pc:sldMk cId="4204187513" sldId="256"/>
            <ac:picMk id="8" creationId="{ADD8A088-0CEB-8170-95B4-5C6230812213}"/>
          </ac:picMkLst>
        </pc:picChg>
        <pc:picChg chg="add del mod">
          <ac:chgData name="Oliver Cunliffe" userId="776a771f-d562-4240-85a3-ef29eb7ca182" providerId="ADAL" clId="{FB5E9084-2817-264D-B38A-624A50E4E392}" dt="2024-09-25T14:52:33.566" v="4170" actId="478"/>
          <ac:picMkLst>
            <pc:docMk/>
            <pc:sldMk cId="4204187513" sldId="256"/>
            <ac:picMk id="9" creationId="{A7323BAA-85BA-A93A-8AD0-72E4CDE7CA23}"/>
          </ac:picMkLst>
        </pc:picChg>
        <pc:picChg chg="add del mod">
          <ac:chgData name="Oliver Cunliffe" userId="776a771f-d562-4240-85a3-ef29eb7ca182" providerId="ADAL" clId="{FB5E9084-2817-264D-B38A-624A50E4E392}" dt="2024-10-01T08:21:46.097" v="4803" actId="21"/>
          <ac:picMkLst>
            <pc:docMk/>
            <pc:sldMk cId="4204187513" sldId="256"/>
            <ac:picMk id="10" creationId="{3FEC9BBC-73C8-E574-759F-141A8B5240C1}"/>
          </ac:picMkLst>
        </pc:picChg>
        <pc:picChg chg="add del mod">
          <ac:chgData name="Oliver Cunliffe" userId="776a771f-d562-4240-85a3-ef29eb7ca182" providerId="ADAL" clId="{FB5E9084-2817-264D-B38A-624A50E4E392}" dt="2024-09-25T14:50:11.682" v="4135" actId="478"/>
          <ac:picMkLst>
            <pc:docMk/>
            <pc:sldMk cId="4204187513" sldId="256"/>
            <ac:picMk id="11" creationId="{1D950391-CE2E-F1F4-BC17-69230984EAD6}"/>
          </ac:picMkLst>
        </pc:picChg>
        <pc:picChg chg="add del mod">
          <ac:chgData name="Oliver Cunliffe" userId="776a771f-d562-4240-85a3-ef29eb7ca182" providerId="ADAL" clId="{FB5E9084-2817-264D-B38A-624A50E4E392}" dt="2024-09-25T13:50:45.648" v="1989" actId="478"/>
          <ac:picMkLst>
            <pc:docMk/>
            <pc:sldMk cId="4204187513" sldId="256"/>
            <ac:picMk id="12" creationId="{7567A93D-7F1D-9AE1-8BEA-4BB52DD761A4}"/>
          </ac:picMkLst>
        </pc:picChg>
        <pc:picChg chg="add del mod">
          <ac:chgData name="Oliver Cunliffe" userId="776a771f-d562-4240-85a3-ef29eb7ca182" providerId="ADAL" clId="{FB5E9084-2817-264D-B38A-624A50E4E392}" dt="2024-10-01T08:21:46.097" v="4803" actId="21"/>
          <ac:picMkLst>
            <pc:docMk/>
            <pc:sldMk cId="4204187513" sldId="256"/>
            <ac:picMk id="13" creationId="{A05DE70A-DE5E-C82A-3E0D-E5F9CCBD6AFC}"/>
          </ac:picMkLst>
        </pc:picChg>
        <pc:picChg chg="add del mod">
          <ac:chgData name="Oliver Cunliffe" userId="776a771f-d562-4240-85a3-ef29eb7ca182" providerId="ADAL" clId="{FB5E9084-2817-264D-B38A-624A50E4E392}" dt="2024-10-01T08:21:46.097" v="4803" actId="21"/>
          <ac:picMkLst>
            <pc:docMk/>
            <pc:sldMk cId="4204187513" sldId="256"/>
            <ac:picMk id="15" creationId="{0B011F08-320D-EB41-6496-411B227899A9}"/>
          </ac:picMkLst>
        </pc:picChg>
        <pc:picChg chg="add mod">
          <ac:chgData name="Oliver Cunliffe" userId="776a771f-d562-4240-85a3-ef29eb7ca182" providerId="ADAL" clId="{FB5E9084-2817-264D-B38A-624A50E4E392}" dt="2024-09-27T14:49:47.368" v="4686"/>
          <ac:picMkLst>
            <pc:docMk/>
            <pc:sldMk cId="4204187513" sldId="256"/>
            <ac:picMk id="16" creationId="{8B2F320D-EB8F-88A1-AA67-DD0395F506BF}"/>
          </ac:picMkLst>
        </pc:picChg>
        <pc:picChg chg="add del mod">
          <ac:chgData name="Oliver Cunliffe" userId="776a771f-d562-4240-85a3-ef29eb7ca182" providerId="ADAL" clId="{FB5E9084-2817-264D-B38A-624A50E4E392}" dt="2024-09-25T13:57:22.933" v="1997" actId="478"/>
          <ac:picMkLst>
            <pc:docMk/>
            <pc:sldMk cId="4204187513" sldId="256"/>
            <ac:picMk id="17" creationId="{0A476BD8-7FD1-E6E2-741C-CFEA91722AB5}"/>
          </ac:picMkLst>
        </pc:picChg>
        <pc:picChg chg="add del mod">
          <ac:chgData name="Oliver Cunliffe" userId="776a771f-d562-4240-85a3-ef29eb7ca182" providerId="ADAL" clId="{FB5E9084-2817-264D-B38A-624A50E4E392}" dt="2024-10-01T08:21:46.097" v="4803" actId="21"/>
          <ac:picMkLst>
            <pc:docMk/>
            <pc:sldMk cId="4204187513" sldId="256"/>
            <ac:picMk id="18" creationId="{F313338D-5C48-ABAF-2CFF-5B53A01644ED}"/>
          </ac:picMkLst>
        </pc:picChg>
        <pc:picChg chg="add del mod">
          <ac:chgData name="Oliver Cunliffe" userId="776a771f-d562-4240-85a3-ef29eb7ca182" providerId="ADAL" clId="{FB5E9084-2817-264D-B38A-624A50E4E392}" dt="2024-10-01T08:21:46.097" v="4803" actId="21"/>
          <ac:picMkLst>
            <pc:docMk/>
            <pc:sldMk cId="4204187513" sldId="256"/>
            <ac:picMk id="19" creationId="{4559275F-2673-5AA2-36A9-0A28FE62001C}"/>
          </ac:picMkLst>
        </pc:picChg>
        <pc:picChg chg="add del mod">
          <ac:chgData name="Oliver Cunliffe" userId="776a771f-d562-4240-85a3-ef29eb7ca182" providerId="ADAL" clId="{FB5E9084-2817-264D-B38A-624A50E4E392}" dt="2024-10-01T08:21:46.097" v="4803" actId="21"/>
          <ac:picMkLst>
            <pc:docMk/>
            <pc:sldMk cId="4204187513" sldId="256"/>
            <ac:picMk id="23" creationId="{294D162F-FE7B-24E2-8854-D079A8EBF19B}"/>
          </ac:picMkLst>
        </pc:picChg>
        <pc:picChg chg="add del mod">
          <ac:chgData name="Oliver Cunliffe" userId="776a771f-d562-4240-85a3-ef29eb7ca182" providerId="ADAL" clId="{FB5E9084-2817-264D-B38A-624A50E4E392}" dt="2024-10-01T08:21:46.097" v="4803" actId="21"/>
          <ac:picMkLst>
            <pc:docMk/>
            <pc:sldMk cId="4204187513" sldId="256"/>
            <ac:picMk id="28" creationId="{286AA24F-2EBF-FEAB-50FE-47BE3E6F344E}"/>
          </ac:picMkLst>
        </pc:picChg>
      </pc:sldChg>
      <pc:sldChg chg="addSp delSp modSp add mod ord delAnim modAnim modNotes">
        <pc:chgData name="Oliver Cunliffe" userId="776a771f-d562-4240-85a3-ef29eb7ca182" providerId="ADAL" clId="{FB5E9084-2817-264D-B38A-624A50E4E392}" dt="2024-10-02T13:23:53.413" v="4959"/>
        <pc:sldMkLst>
          <pc:docMk/>
          <pc:sldMk cId="3418257690" sldId="257"/>
        </pc:sldMkLst>
        <pc:spChg chg="add del mod">
          <ac:chgData name="Oliver Cunliffe" userId="776a771f-d562-4240-85a3-ef29eb7ca182" providerId="ADAL" clId="{FB5E9084-2817-264D-B38A-624A50E4E392}" dt="2024-09-27T14:53:19.937" v="4738" actId="478"/>
          <ac:spMkLst>
            <pc:docMk/>
            <pc:sldMk cId="3418257690" sldId="257"/>
            <ac:spMk id="4" creationId="{E831C042-19BF-F151-5479-385AD852D87B}"/>
          </ac:spMkLst>
        </pc:spChg>
        <pc:spChg chg="mod">
          <ac:chgData name="Oliver Cunliffe" userId="776a771f-d562-4240-85a3-ef29eb7ca182" providerId="ADAL" clId="{FB5E9084-2817-264D-B38A-624A50E4E392}" dt="2024-09-27T15:03:57.832" v="4764"/>
          <ac:spMkLst>
            <pc:docMk/>
            <pc:sldMk cId="3418257690" sldId="257"/>
            <ac:spMk id="9" creationId="{B1F8707B-4A90-372B-0C49-90C9EB7785C9}"/>
          </ac:spMkLst>
        </pc:spChg>
        <pc:spChg chg="mod">
          <ac:chgData name="Oliver Cunliffe" userId="776a771f-d562-4240-85a3-ef29eb7ca182" providerId="ADAL" clId="{FB5E9084-2817-264D-B38A-624A50E4E392}" dt="2024-09-27T15:03:57.832" v="4764"/>
          <ac:spMkLst>
            <pc:docMk/>
            <pc:sldMk cId="3418257690" sldId="257"/>
            <ac:spMk id="11" creationId="{DAD5C2E7-B763-02AC-C388-25D8D7BF1204}"/>
          </ac:spMkLst>
        </pc:spChg>
        <pc:spChg chg="mod">
          <ac:chgData name="Oliver Cunliffe" userId="776a771f-d562-4240-85a3-ef29eb7ca182" providerId="ADAL" clId="{FB5E9084-2817-264D-B38A-624A50E4E392}" dt="2024-09-27T15:04:00.890" v="4766"/>
          <ac:spMkLst>
            <pc:docMk/>
            <pc:sldMk cId="3418257690" sldId="257"/>
            <ac:spMk id="17" creationId="{9D3377F0-9350-1C36-0686-96B84925E30B}"/>
          </ac:spMkLst>
        </pc:spChg>
        <pc:spChg chg="mod">
          <ac:chgData name="Oliver Cunliffe" userId="776a771f-d562-4240-85a3-ef29eb7ca182" providerId="ADAL" clId="{FB5E9084-2817-264D-B38A-624A50E4E392}" dt="2024-09-27T15:04:00.890" v="4766"/>
          <ac:spMkLst>
            <pc:docMk/>
            <pc:sldMk cId="3418257690" sldId="257"/>
            <ac:spMk id="20" creationId="{944F7BD8-AF49-B579-3ACD-8CAE79D28D0E}"/>
          </ac:spMkLst>
        </pc:spChg>
        <pc:spChg chg="add mod">
          <ac:chgData name="Oliver Cunliffe" userId="776a771f-d562-4240-85a3-ef29eb7ca182" providerId="ADAL" clId="{FB5E9084-2817-264D-B38A-624A50E4E392}" dt="2024-10-01T08:22:53.318" v="4812" actId="1076"/>
          <ac:spMkLst>
            <pc:docMk/>
            <pc:sldMk cId="3418257690" sldId="257"/>
            <ac:spMk id="24" creationId="{D3070111-975C-94E5-AAD3-01382E597F74}"/>
          </ac:spMkLst>
        </pc:spChg>
        <pc:grpChg chg="add mod">
          <ac:chgData name="Oliver Cunliffe" userId="776a771f-d562-4240-85a3-ef29eb7ca182" providerId="ADAL" clId="{FB5E9084-2817-264D-B38A-624A50E4E392}" dt="2024-09-27T15:04:12.779" v="4770" actId="1076"/>
          <ac:grpSpMkLst>
            <pc:docMk/>
            <pc:sldMk cId="3418257690" sldId="257"/>
            <ac:grpSpMk id="8" creationId="{EA12868B-097C-961E-74B2-B4E58F37C8C1}"/>
          </ac:grpSpMkLst>
        </pc:grpChg>
        <pc:grpChg chg="add mod">
          <ac:chgData name="Oliver Cunliffe" userId="776a771f-d562-4240-85a3-ef29eb7ca182" providerId="ADAL" clId="{FB5E9084-2817-264D-B38A-624A50E4E392}" dt="2024-09-27T15:04:00.890" v="4766"/>
          <ac:grpSpMkLst>
            <pc:docMk/>
            <pc:sldMk cId="3418257690" sldId="257"/>
            <ac:grpSpMk id="12" creationId="{2B16C985-15C3-5961-F080-BEA5A508B227}"/>
          </ac:grpSpMkLst>
        </pc:grpChg>
        <pc:grpChg chg="add mod">
          <ac:chgData name="Oliver Cunliffe" userId="776a771f-d562-4240-85a3-ef29eb7ca182" providerId="ADAL" clId="{FB5E9084-2817-264D-B38A-624A50E4E392}" dt="2024-09-27T15:04:22.018" v="4773" actId="1076"/>
          <ac:grpSpMkLst>
            <pc:docMk/>
            <pc:sldMk cId="3418257690" sldId="257"/>
            <ac:grpSpMk id="21" creationId="{69B519B6-6E75-C4BE-E475-E319DFC0BCDC}"/>
          </ac:grpSpMkLst>
        </pc:grpChg>
        <pc:graphicFrameChg chg="mod modGraphic">
          <ac:chgData name="Oliver Cunliffe" userId="776a771f-d562-4240-85a3-ef29eb7ca182" providerId="ADAL" clId="{FB5E9084-2817-264D-B38A-624A50E4E392}" dt="2024-10-02T13:23:53.413" v="4959"/>
          <ac:graphicFrameMkLst>
            <pc:docMk/>
            <pc:sldMk cId="3418257690" sldId="257"/>
            <ac:graphicFrameMk id="14" creationId="{B2D74513-C1A7-C2DD-2894-972229933D4F}"/>
          </ac:graphicFrameMkLst>
        </pc:graphicFrameChg>
        <pc:picChg chg="add del mod">
          <ac:chgData name="Oliver Cunliffe" userId="776a771f-d562-4240-85a3-ef29eb7ca182" providerId="ADAL" clId="{FB5E9084-2817-264D-B38A-624A50E4E392}" dt="2024-09-27T14:53:19.937" v="4738" actId="478"/>
          <ac:picMkLst>
            <pc:docMk/>
            <pc:sldMk cId="3418257690" sldId="257"/>
            <ac:picMk id="2" creationId="{0D5D126B-0CE2-1130-BFB5-7F288A091288}"/>
          </ac:picMkLst>
        </pc:picChg>
        <pc:picChg chg="add mod">
          <ac:chgData name="Oliver Cunliffe" userId="776a771f-d562-4240-85a3-ef29eb7ca182" providerId="ADAL" clId="{FB5E9084-2817-264D-B38A-624A50E4E392}" dt="2024-10-01T08:22:23.646" v="4805" actId="1076"/>
          <ac:picMkLst>
            <pc:docMk/>
            <pc:sldMk cId="3418257690" sldId="257"/>
            <ac:picMk id="2" creationId="{8076C8E6-0786-661F-E86B-E1B2FCD9B5DF}"/>
          </ac:picMkLst>
        </pc:picChg>
        <pc:picChg chg="add mod">
          <ac:chgData name="Oliver Cunliffe" userId="776a771f-d562-4240-85a3-ef29eb7ca182" providerId="ADAL" clId="{FB5E9084-2817-264D-B38A-624A50E4E392}" dt="2024-10-01T09:31:39.057" v="4814" actId="1076"/>
          <ac:picMkLst>
            <pc:docMk/>
            <pc:sldMk cId="3418257690" sldId="257"/>
            <ac:picMk id="3" creationId="{2425CA1B-145A-71F0-E997-3A0E1E942658}"/>
          </ac:picMkLst>
        </pc:picChg>
        <pc:picChg chg="add del mod">
          <ac:chgData name="Oliver Cunliffe" userId="776a771f-d562-4240-85a3-ef29eb7ca182" providerId="ADAL" clId="{FB5E9084-2817-264D-B38A-624A50E4E392}" dt="2024-09-27T14:53:19.937" v="4738" actId="478"/>
          <ac:picMkLst>
            <pc:docMk/>
            <pc:sldMk cId="3418257690" sldId="257"/>
            <ac:picMk id="3" creationId="{5500AE99-DD19-60A7-FC19-7C71790FF4D4}"/>
          </ac:picMkLst>
        </pc:picChg>
        <pc:picChg chg="add mod">
          <ac:chgData name="Oliver Cunliffe" userId="776a771f-d562-4240-85a3-ef29eb7ca182" providerId="ADAL" clId="{FB5E9084-2817-264D-B38A-624A50E4E392}" dt="2024-10-01T09:32:27.625" v="4824" actId="1076"/>
          <ac:picMkLst>
            <pc:docMk/>
            <pc:sldMk cId="3418257690" sldId="257"/>
            <ac:picMk id="4" creationId="{AD0E534F-2CC9-8513-08FD-D0B46DED233E}"/>
          </ac:picMkLst>
        </pc:picChg>
        <pc:picChg chg="add mod">
          <ac:chgData name="Oliver Cunliffe" userId="776a771f-d562-4240-85a3-ef29eb7ca182" providerId="ADAL" clId="{FB5E9084-2817-264D-B38A-624A50E4E392}" dt="2024-10-01T09:31:57.099" v="4817" actId="1076"/>
          <ac:picMkLst>
            <pc:docMk/>
            <pc:sldMk cId="3418257690" sldId="257"/>
            <ac:picMk id="5" creationId="{998B1CCC-7355-06CD-BD43-0B3A033CFA1C}"/>
          </ac:picMkLst>
        </pc:picChg>
        <pc:picChg chg="add del mod">
          <ac:chgData name="Oliver Cunliffe" userId="776a771f-d562-4240-85a3-ef29eb7ca182" providerId="ADAL" clId="{FB5E9084-2817-264D-B38A-624A50E4E392}" dt="2024-09-27T15:04:51.847" v="4779" actId="478"/>
          <ac:picMkLst>
            <pc:docMk/>
            <pc:sldMk cId="3418257690" sldId="257"/>
            <ac:picMk id="5" creationId="{E557A56D-BFED-129A-FF32-AD6F7C1F9F4D}"/>
          </ac:picMkLst>
        </pc:picChg>
        <pc:picChg chg="add mod">
          <ac:chgData name="Oliver Cunliffe" userId="776a771f-d562-4240-85a3-ef29eb7ca182" providerId="ADAL" clId="{FB5E9084-2817-264D-B38A-624A50E4E392}" dt="2024-10-01T09:32:40.478" v="4828" actId="1076"/>
          <ac:picMkLst>
            <pc:docMk/>
            <pc:sldMk cId="3418257690" sldId="257"/>
            <ac:picMk id="6" creationId="{8716F898-D24D-9298-F553-FA6D3666E994}"/>
          </ac:picMkLst>
        </pc:picChg>
        <pc:picChg chg="del mod">
          <ac:chgData name="Oliver Cunliffe" userId="776a771f-d562-4240-85a3-ef29eb7ca182" providerId="ADAL" clId="{FB5E9084-2817-264D-B38A-624A50E4E392}" dt="2024-09-27T14:53:19.937" v="4738" actId="478"/>
          <ac:picMkLst>
            <pc:docMk/>
            <pc:sldMk cId="3418257690" sldId="257"/>
            <ac:picMk id="6" creationId="{E947D26E-E597-219E-8BA2-933AD365F1AC}"/>
          </ac:picMkLst>
        </pc:picChg>
        <pc:picChg chg="del mod">
          <ac:chgData name="Oliver Cunliffe" userId="776a771f-d562-4240-85a3-ef29eb7ca182" providerId="ADAL" clId="{FB5E9084-2817-264D-B38A-624A50E4E392}" dt="2024-09-27T14:53:19.937" v="4738" actId="478"/>
          <ac:picMkLst>
            <pc:docMk/>
            <pc:sldMk cId="3418257690" sldId="257"/>
            <ac:picMk id="7" creationId="{1340D675-B18C-3703-B04A-6B4B5E6D82F0}"/>
          </ac:picMkLst>
        </pc:picChg>
        <pc:picChg chg="add mod">
          <ac:chgData name="Oliver Cunliffe" userId="776a771f-d562-4240-85a3-ef29eb7ca182" providerId="ADAL" clId="{FB5E9084-2817-264D-B38A-624A50E4E392}" dt="2024-10-01T09:32:35.485" v="4827" actId="1076"/>
          <ac:picMkLst>
            <pc:docMk/>
            <pc:sldMk cId="3418257690" sldId="257"/>
            <ac:picMk id="7" creationId="{D223BAD1-06C7-5966-B28A-E86E8967747F}"/>
          </ac:picMkLst>
        </pc:picChg>
        <pc:picChg chg="del mod">
          <ac:chgData name="Oliver Cunliffe" userId="776a771f-d562-4240-85a3-ef29eb7ca182" providerId="ADAL" clId="{FB5E9084-2817-264D-B38A-624A50E4E392}" dt="2024-09-27T08:59:20.041" v="4681" actId="478"/>
          <ac:picMkLst>
            <pc:docMk/>
            <pc:sldMk cId="3418257690" sldId="257"/>
            <ac:picMk id="8" creationId="{BA6A5B95-8D74-A865-4F22-444512B305AA}"/>
          </ac:picMkLst>
        </pc:picChg>
        <pc:picChg chg="add mod">
          <ac:chgData name="Oliver Cunliffe" userId="776a771f-d562-4240-85a3-ef29eb7ca182" providerId="ADAL" clId="{FB5E9084-2817-264D-B38A-624A50E4E392}" dt="2024-10-01T09:32:43.175" v="4829" actId="1076"/>
          <ac:picMkLst>
            <pc:docMk/>
            <pc:sldMk cId="3418257690" sldId="257"/>
            <ac:picMk id="10" creationId="{099F987B-B0A5-43E8-3EF7-9C3208D85DF6}"/>
          </ac:picMkLst>
        </pc:picChg>
        <pc:picChg chg="del mod">
          <ac:chgData name="Oliver Cunliffe" userId="776a771f-d562-4240-85a3-ef29eb7ca182" providerId="ADAL" clId="{FB5E9084-2817-264D-B38A-624A50E4E392}" dt="2024-09-27T14:53:19.937" v="4738" actId="478"/>
          <ac:picMkLst>
            <pc:docMk/>
            <pc:sldMk cId="3418257690" sldId="257"/>
            <ac:picMk id="10" creationId="{4AD201E4-BAF0-C183-7DE4-448B300D9F24}"/>
          </ac:picMkLst>
        </pc:picChg>
        <pc:picChg chg="del mod">
          <ac:chgData name="Oliver Cunliffe" userId="776a771f-d562-4240-85a3-ef29eb7ca182" providerId="ADAL" clId="{FB5E9084-2817-264D-B38A-624A50E4E392}" dt="2024-09-27T14:53:19.937" v="4738" actId="478"/>
          <ac:picMkLst>
            <pc:docMk/>
            <pc:sldMk cId="3418257690" sldId="257"/>
            <ac:picMk id="13" creationId="{36B606A0-524D-1D8D-1D6A-AE9C121E3618}"/>
          </ac:picMkLst>
        </pc:picChg>
        <pc:picChg chg="add mod">
          <ac:chgData name="Oliver Cunliffe" userId="776a771f-d562-4240-85a3-ef29eb7ca182" providerId="ADAL" clId="{FB5E9084-2817-264D-B38A-624A50E4E392}" dt="2024-10-01T09:31:51.510" v="4816" actId="1076"/>
          <ac:picMkLst>
            <pc:docMk/>
            <pc:sldMk cId="3418257690" sldId="257"/>
            <ac:picMk id="13" creationId="{D23DFCB7-961F-B728-BC7F-2975C322EE4A}"/>
          </ac:picMkLst>
        </pc:picChg>
        <pc:picChg chg="del mod">
          <ac:chgData name="Oliver Cunliffe" userId="776a771f-d562-4240-85a3-ef29eb7ca182" providerId="ADAL" clId="{FB5E9084-2817-264D-B38A-624A50E4E392}" dt="2024-09-27T14:53:19.937" v="4738" actId="478"/>
          <ac:picMkLst>
            <pc:docMk/>
            <pc:sldMk cId="3418257690" sldId="257"/>
            <ac:picMk id="15" creationId="{73C46A8D-D320-FADA-E5C2-DE8EED5032D6}"/>
          </ac:picMkLst>
        </pc:picChg>
        <pc:picChg chg="add mod">
          <ac:chgData name="Oliver Cunliffe" userId="776a771f-d562-4240-85a3-ef29eb7ca182" providerId="ADAL" clId="{FB5E9084-2817-264D-B38A-624A50E4E392}" dt="2024-10-01T09:31:46.688" v="4815" actId="1076"/>
          <ac:picMkLst>
            <pc:docMk/>
            <pc:sldMk cId="3418257690" sldId="257"/>
            <ac:picMk id="15" creationId="{8309F32B-61AE-5678-7719-8AEC5B9CE974}"/>
          </ac:picMkLst>
        </pc:picChg>
        <pc:picChg chg="add mod">
          <ac:chgData name="Oliver Cunliffe" userId="776a771f-d562-4240-85a3-ef29eb7ca182" providerId="ADAL" clId="{FB5E9084-2817-264D-B38A-624A50E4E392}" dt="2024-10-01T09:32:16.568" v="4822" actId="1076"/>
          <ac:picMkLst>
            <pc:docMk/>
            <pc:sldMk cId="3418257690" sldId="257"/>
            <ac:picMk id="16" creationId="{440BB0C9-3B24-FC3E-1333-990662648797}"/>
          </ac:picMkLst>
        </pc:picChg>
        <pc:picChg chg="del mod">
          <ac:chgData name="Oliver Cunliffe" userId="776a771f-d562-4240-85a3-ef29eb7ca182" providerId="ADAL" clId="{FB5E9084-2817-264D-B38A-624A50E4E392}" dt="2024-09-27T14:53:19.937" v="4738" actId="478"/>
          <ac:picMkLst>
            <pc:docMk/>
            <pc:sldMk cId="3418257690" sldId="257"/>
            <ac:picMk id="16" creationId="{ABD7DABC-06ED-246B-DEEE-37EBF6C6931D}"/>
          </ac:picMkLst>
        </pc:picChg>
        <pc:picChg chg="add del mod">
          <ac:chgData name="Oliver Cunliffe" userId="776a771f-d562-4240-85a3-ef29eb7ca182" providerId="ADAL" clId="{FB5E9084-2817-264D-B38A-624A50E4E392}" dt="2024-10-01T09:34:19.580" v="4833" actId="478"/>
          <ac:picMkLst>
            <pc:docMk/>
            <pc:sldMk cId="3418257690" sldId="257"/>
            <ac:picMk id="18" creationId="{059AB6EF-6456-6010-54AB-423330797800}"/>
          </ac:picMkLst>
        </pc:picChg>
        <pc:picChg chg="del mod">
          <ac:chgData name="Oliver Cunliffe" userId="776a771f-d562-4240-85a3-ef29eb7ca182" providerId="ADAL" clId="{FB5E9084-2817-264D-B38A-624A50E4E392}" dt="2024-09-27T14:53:19.937" v="4738" actId="478"/>
          <ac:picMkLst>
            <pc:docMk/>
            <pc:sldMk cId="3418257690" sldId="257"/>
            <ac:picMk id="18" creationId="{12381DF7-4D75-73F6-0270-0D5E36841337}"/>
          </ac:picMkLst>
        </pc:picChg>
        <pc:picChg chg="add del mod">
          <ac:chgData name="Oliver Cunliffe" userId="776a771f-d562-4240-85a3-ef29eb7ca182" providerId="ADAL" clId="{FB5E9084-2817-264D-B38A-624A50E4E392}" dt="2024-10-02T10:09:11.133" v="4838" actId="478"/>
          <ac:picMkLst>
            <pc:docMk/>
            <pc:sldMk cId="3418257690" sldId="257"/>
            <ac:picMk id="18" creationId="{5AB65811-CF40-064C-5A91-9168666A7EBE}"/>
          </ac:picMkLst>
        </pc:picChg>
        <pc:picChg chg="add del">
          <ac:chgData name="Oliver Cunliffe" userId="776a771f-d562-4240-85a3-ef29eb7ca182" providerId="ADAL" clId="{FB5E9084-2817-264D-B38A-624A50E4E392}" dt="2024-10-02T13:23:04.704" v="4958" actId="478"/>
          <ac:picMkLst>
            <pc:docMk/>
            <pc:sldMk cId="3418257690" sldId="257"/>
            <ac:picMk id="18" creationId="{ECB97C09-8758-F7F5-CECA-906940CA14ED}"/>
          </ac:picMkLst>
        </pc:picChg>
        <pc:picChg chg="del mod">
          <ac:chgData name="Oliver Cunliffe" userId="776a771f-d562-4240-85a3-ef29eb7ca182" providerId="ADAL" clId="{FB5E9084-2817-264D-B38A-624A50E4E392}" dt="2024-09-27T14:53:19.937" v="4738" actId="478"/>
          <ac:picMkLst>
            <pc:docMk/>
            <pc:sldMk cId="3418257690" sldId="257"/>
            <ac:picMk id="19" creationId="{0088D237-BA3A-E077-D445-045C546C5181}"/>
          </ac:picMkLst>
        </pc:picChg>
        <pc:picChg chg="add mod">
          <ac:chgData name="Oliver Cunliffe" userId="776a771f-d562-4240-85a3-ef29eb7ca182" providerId="ADAL" clId="{FB5E9084-2817-264D-B38A-624A50E4E392}" dt="2024-10-01T09:32:53.213" v="4832" actId="1076"/>
          <ac:picMkLst>
            <pc:docMk/>
            <pc:sldMk cId="3418257690" sldId="257"/>
            <ac:picMk id="19" creationId="{2AA59EE9-52DE-83F8-E26A-C19285CFA87E}"/>
          </ac:picMkLst>
        </pc:picChg>
        <pc:picChg chg="add mod">
          <ac:chgData name="Oliver Cunliffe" userId="776a771f-d562-4240-85a3-ef29eb7ca182" providerId="ADAL" clId="{FB5E9084-2817-264D-B38A-624A50E4E392}" dt="2024-09-27T15:04:33.009" v="4776" actId="14100"/>
          <ac:picMkLst>
            <pc:docMk/>
            <pc:sldMk cId="3418257690" sldId="257"/>
            <ac:picMk id="22" creationId="{3452A64D-4E67-CD7E-3FC1-D6253623EF60}"/>
          </ac:picMkLst>
        </pc:picChg>
        <pc:picChg chg="del mod">
          <ac:chgData name="Oliver Cunliffe" userId="776a771f-d562-4240-85a3-ef29eb7ca182" providerId="ADAL" clId="{FB5E9084-2817-264D-B38A-624A50E4E392}" dt="2024-09-27T14:53:19.937" v="4738" actId="478"/>
          <ac:picMkLst>
            <pc:docMk/>
            <pc:sldMk cId="3418257690" sldId="257"/>
            <ac:picMk id="23" creationId="{732079F3-3E63-4C78-03E5-CBD95DAAA676}"/>
          </ac:picMkLst>
        </pc:picChg>
        <pc:picChg chg="add mod">
          <ac:chgData name="Oliver Cunliffe" userId="776a771f-d562-4240-85a3-ef29eb7ca182" providerId="ADAL" clId="{FB5E9084-2817-264D-B38A-624A50E4E392}" dt="2024-10-01T09:34:25.535" v="4835" actId="1076"/>
          <ac:picMkLst>
            <pc:docMk/>
            <pc:sldMk cId="3418257690" sldId="257"/>
            <ac:picMk id="23" creationId="{AB772B5E-266E-3623-F48F-1A6183D6716F}"/>
          </ac:picMkLst>
        </pc:picChg>
        <pc:picChg chg="add mod">
          <ac:chgData name="Oliver Cunliffe" userId="776a771f-d562-4240-85a3-ef29eb7ca182" providerId="ADAL" clId="{FB5E9084-2817-264D-B38A-624A50E4E392}" dt="2024-10-02T10:09:29.566" v="4843" actId="1076"/>
          <ac:picMkLst>
            <pc:docMk/>
            <pc:sldMk cId="3418257690" sldId="257"/>
            <ac:picMk id="25" creationId="{90118D1C-93EA-B05D-880C-D3F9BD18B465}"/>
          </ac:picMkLst>
        </pc:picChg>
        <pc:picChg chg="add mod">
          <ac:chgData name="Oliver Cunliffe" userId="776a771f-d562-4240-85a3-ef29eb7ca182" providerId="ADAL" clId="{FB5E9084-2817-264D-B38A-624A50E4E392}" dt="2024-10-02T10:09:46.900" v="4848" actId="1076"/>
          <ac:picMkLst>
            <pc:docMk/>
            <pc:sldMk cId="3418257690" sldId="257"/>
            <ac:picMk id="26" creationId="{EDD056E3-F21D-EAD6-84DE-B724591B8463}"/>
          </ac:picMkLst>
        </pc:picChg>
        <pc:picChg chg="add mod">
          <ac:chgData name="Oliver Cunliffe" userId="776a771f-d562-4240-85a3-ef29eb7ca182" providerId="ADAL" clId="{FB5E9084-2817-264D-B38A-624A50E4E392}" dt="2024-10-02T10:10:01.113" v="4852" actId="1076"/>
          <ac:picMkLst>
            <pc:docMk/>
            <pc:sldMk cId="3418257690" sldId="257"/>
            <ac:picMk id="27" creationId="{B71B26F9-02A9-EFAA-CE85-ABE169503487}"/>
          </ac:picMkLst>
        </pc:picChg>
        <pc:picChg chg="del mod">
          <ac:chgData name="Oliver Cunliffe" userId="776a771f-d562-4240-85a3-ef29eb7ca182" providerId="ADAL" clId="{FB5E9084-2817-264D-B38A-624A50E4E392}" dt="2024-09-27T14:53:19.937" v="4738" actId="478"/>
          <ac:picMkLst>
            <pc:docMk/>
            <pc:sldMk cId="3418257690" sldId="257"/>
            <ac:picMk id="28" creationId="{2F67B7ED-A5CA-12F2-129F-B2A697475242}"/>
          </ac:picMkLst>
        </pc:picChg>
        <pc:picChg chg="add mod">
          <ac:chgData name="Oliver Cunliffe" userId="776a771f-d562-4240-85a3-ef29eb7ca182" providerId="ADAL" clId="{FB5E9084-2817-264D-B38A-624A50E4E392}" dt="2024-10-02T10:10:12.313" v="4856" actId="1076"/>
          <ac:picMkLst>
            <pc:docMk/>
            <pc:sldMk cId="3418257690" sldId="257"/>
            <ac:picMk id="28" creationId="{F76C9D6F-94AF-3527-A0D4-3FF75F798C3A}"/>
          </ac:picMkLst>
        </pc:picChg>
        <pc:picChg chg="add mod">
          <ac:chgData name="Oliver Cunliffe" userId="776a771f-d562-4240-85a3-ef29eb7ca182" providerId="ADAL" clId="{FB5E9084-2817-264D-B38A-624A50E4E392}" dt="2024-10-02T10:10:38.976" v="4863" actId="1076"/>
          <ac:picMkLst>
            <pc:docMk/>
            <pc:sldMk cId="3418257690" sldId="257"/>
            <ac:picMk id="29" creationId="{B6F27C3B-81D4-C605-F361-A9520F7E01D6}"/>
          </ac:picMkLst>
        </pc:picChg>
        <pc:picChg chg="add mod">
          <ac:chgData name="Oliver Cunliffe" userId="776a771f-d562-4240-85a3-ef29eb7ca182" providerId="ADAL" clId="{FB5E9084-2817-264D-B38A-624A50E4E392}" dt="2024-10-02T10:10:50.595" v="4867" actId="1076"/>
          <ac:picMkLst>
            <pc:docMk/>
            <pc:sldMk cId="3418257690" sldId="257"/>
            <ac:picMk id="30" creationId="{A0654589-3FFF-B98F-48D5-DAB9B1CD9FDB}"/>
          </ac:picMkLst>
        </pc:picChg>
        <pc:picChg chg="add mod">
          <ac:chgData name="Oliver Cunliffe" userId="776a771f-d562-4240-85a3-ef29eb7ca182" providerId="ADAL" clId="{FB5E9084-2817-264D-B38A-624A50E4E392}" dt="2024-10-02T10:11:25.147" v="4878" actId="1076"/>
          <ac:picMkLst>
            <pc:docMk/>
            <pc:sldMk cId="3418257690" sldId="257"/>
            <ac:picMk id="31" creationId="{F170781A-FACA-3ED6-37C4-62DAFF644C0B}"/>
          </ac:picMkLst>
        </pc:picChg>
        <pc:picChg chg="add mod">
          <ac:chgData name="Oliver Cunliffe" userId="776a771f-d562-4240-85a3-ef29eb7ca182" providerId="ADAL" clId="{FB5E9084-2817-264D-B38A-624A50E4E392}" dt="2024-10-02T10:11:18.507" v="4876" actId="1076"/>
          <ac:picMkLst>
            <pc:docMk/>
            <pc:sldMk cId="3418257690" sldId="257"/>
            <ac:picMk id="32" creationId="{DA5A2AD7-86DD-D403-41B6-35F74CDD8C0B}"/>
          </ac:picMkLst>
        </pc:picChg>
        <pc:picChg chg="add mod">
          <ac:chgData name="Oliver Cunliffe" userId="776a771f-d562-4240-85a3-ef29eb7ca182" providerId="ADAL" clId="{FB5E9084-2817-264D-B38A-624A50E4E392}" dt="2024-10-02T10:11:44.090" v="4883" actId="1076"/>
          <ac:picMkLst>
            <pc:docMk/>
            <pc:sldMk cId="3418257690" sldId="257"/>
            <ac:picMk id="33" creationId="{B18266E9-D52A-7EC1-FD1F-ABF22F656B54}"/>
          </ac:picMkLst>
        </pc:picChg>
        <pc:picChg chg="add mod">
          <ac:chgData name="Oliver Cunliffe" userId="776a771f-d562-4240-85a3-ef29eb7ca182" providerId="ADAL" clId="{FB5E9084-2817-264D-B38A-624A50E4E392}" dt="2024-10-02T10:14:23.526" v="4886" actId="14100"/>
          <ac:picMkLst>
            <pc:docMk/>
            <pc:sldMk cId="3418257690" sldId="257"/>
            <ac:picMk id="34" creationId="{BA092C39-5DA6-FD4B-206F-BC78511BB029}"/>
          </ac:picMkLst>
        </pc:picChg>
        <pc:picChg chg="add mod">
          <ac:chgData name="Oliver Cunliffe" userId="776a771f-d562-4240-85a3-ef29eb7ca182" providerId="ADAL" clId="{FB5E9084-2817-264D-B38A-624A50E4E392}" dt="2024-10-02T10:14:40.699" v="4891" actId="1076"/>
          <ac:picMkLst>
            <pc:docMk/>
            <pc:sldMk cId="3418257690" sldId="257"/>
            <ac:picMk id="35" creationId="{17CF7DA4-85A6-4B31-15A2-4382AA85DFF2}"/>
          </ac:picMkLst>
        </pc:picChg>
        <pc:picChg chg="add mod">
          <ac:chgData name="Oliver Cunliffe" userId="776a771f-d562-4240-85a3-ef29eb7ca182" providerId="ADAL" clId="{FB5E9084-2817-264D-B38A-624A50E4E392}" dt="2024-10-02T10:14:54.871" v="4896" actId="1076"/>
          <ac:picMkLst>
            <pc:docMk/>
            <pc:sldMk cId="3418257690" sldId="257"/>
            <ac:picMk id="36" creationId="{9F2F2A07-FACA-AE64-A7FD-93EC685DB33B}"/>
          </ac:picMkLst>
        </pc:picChg>
        <pc:picChg chg="add mod">
          <ac:chgData name="Oliver Cunliffe" userId="776a771f-d562-4240-85a3-ef29eb7ca182" providerId="ADAL" clId="{FB5E9084-2817-264D-B38A-624A50E4E392}" dt="2024-10-02T10:16:23.454" v="4915" actId="1076"/>
          <ac:picMkLst>
            <pc:docMk/>
            <pc:sldMk cId="3418257690" sldId="257"/>
            <ac:picMk id="37" creationId="{706FC8EA-6F54-8CF3-D3ED-9ABFD8A25862}"/>
          </ac:picMkLst>
        </pc:picChg>
        <pc:picChg chg="add mod">
          <ac:chgData name="Oliver Cunliffe" userId="776a771f-d562-4240-85a3-ef29eb7ca182" providerId="ADAL" clId="{FB5E9084-2817-264D-B38A-624A50E4E392}" dt="2024-10-02T10:15:58.226" v="4907" actId="1076"/>
          <ac:picMkLst>
            <pc:docMk/>
            <pc:sldMk cId="3418257690" sldId="257"/>
            <ac:picMk id="38" creationId="{960924D6-6E7E-D238-82C0-49045864C603}"/>
          </ac:picMkLst>
        </pc:picChg>
        <pc:picChg chg="add mod">
          <ac:chgData name="Oliver Cunliffe" userId="776a771f-d562-4240-85a3-ef29eb7ca182" providerId="ADAL" clId="{FB5E9084-2817-264D-B38A-624A50E4E392}" dt="2024-10-02T10:16:17.518" v="4914" actId="1076"/>
          <ac:picMkLst>
            <pc:docMk/>
            <pc:sldMk cId="3418257690" sldId="257"/>
            <ac:picMk id="39" creationId="{458616DC-CB31-BAAB-F0FD-E287AEB70958}"/>
          </ac:picMkLst>
        </pc:picChg>
      </pc:sldChg>
      <pc:sldChg chg="modSp add del mod modShow">
        <pc:chgData name="Oliver Cunliffe" userId="776a771f-d562-4240-85a3-ef29eb7ca182" providerId="ADAL" clId="{FB5E9084-2817-264D-B38A-624A50E4E392}" dt="2024-10-04T19:25:49.851" v="5010" actId="2696"/>
        <pc:sldMkLst>
          <pc:docMk/>
          <pc:sldMk cId="2145078096" sldId="258"/>
        </pc:sldMkLst>
        <pc:graphicFrameChg chg="mod modGraphic">
          <ac:chgData name="Oliver Cunliffe" userId="776a771f-d562-4240-85a3-ef29eb7ca182" providerId="ADAL" clId="{FB5E9084-2817-264D-B38A-624A50E4E392}" dt="2024-10-02T13:30:49.447" v="5006" actId="1076"/>
          <ac:graphicFrameMkLst>
            <pc:docMk/>
            <pc:sldMk cId="2145078096" sldId="258"/>
            <ac:graphicFrameMk id="14" creationId="{3AC2833B-62AD-7D45-F542-28CBC42A03B4}"/>
          </ac:graphicFrameMkLst>
        </pc:graphicFrameChg>
      </pc:sldChg>
      <pc:sldChg chg="add del mod modShow">
        <pc:chgData name="Oliver Cunliffe" userId="776a771f-d562-4240-85a3-ef29eb7ca182" providerId="ADAL" clId="{FB5E9084-2817-264D-B38A-624A50E4E392}" dt="2024-10-02T13:31:25.316" v="5009" actId="2696"/>
        <pc:sldMkLst>
          <pc:docMk/>
          <pc:sldMk cId="3815808528" sldId="259"/>
        </pc:sldMkLst>
      </pc:sldChg>
      <pc:sldMasterChg chg="modSp modSldLayout">
        <pc:chgData name="Oliver Cunliffe" userId="776a771f-d562-4240-85a3-ef29eb7ca182" providerId="ADAL" clId="{FB5E9084-2817-264D-B38A-624A50E4E392}" dt="2024-09-25T13:07:31.503" v="2"/>
        <pc:sldMasterMkLst>
          <pc:docMk/>
          <pc:sldMasterMk cId="3662425390" sldId="2147483648"/>
        </pc:sldMasterMkLst>
        <pc:spChg chg="mod">
          <ac:chgData name="Oliver Cunliffe" userId="776a771f-d562-4240-85a3-ef29eb7ca182" providerId="ADAL" clId="{FB5E9084-2817-264D-B38A-624A50E4E392}" dt="2024-09-25T13:07:31.503" v="2"/>
          <ac:spMkLst>
            <pc:docMk/>
            <pc:sldMasterMk cId="3662425390" sldId="2147483648"/>
            <ac:spMk id="2" creationId="{ED1A1E91-9A73-42F2-5420-92F5BAD17A79}"/>
          </ac:spMkLst>
        </pc:spChg>
        <pc:spChg chg="mod">
          <ac:chgData name="Oliver Cunliffe" userId="776a771f-d562-4240-85a3-ef29eb7ca182" providerId="ADAL" clId="{FB5E9084-2817-264D-B38A-624A50E4E392}" dt="2024-09-25T13:07:31.503" v="2"/>
          <ac:spMkLst>
            <pc:docMk/>
            <pc:sldMasterMk cId="3662425390" sldId="2147483648"/>
            <ac:spMk id="3" creationId="{4A4C2066-1F93-2F55-EC4E-F8DCD512E6C4}"/>
          </ac:spMkLst>
        </pc:spChg>
        <pc:spChg chg="mod">
          <ac:chgData name="Oliver Cunliffe" userId="776a771f-d562-4240-85a3-ef29eb7ca182" providerId="ADAL" clId="{FB5E9084-2817-264D-B38A-624A50E4E392}" dt="2024-09-25T13:07:31.503" v="2"/>
          <ac:spMkLst>
            <pc:docMk/>
            <pc:sldMasterMk cId="3662425390" sldId="2147483648"/>
            <ac:spMk id="4" creationId="{54C6F460-9747-718A-1F3C-2BEDB0468470}"/>
          </ac:spMkLst>
        </pc:spChg>
        <pc:spChg chg="mod">
          <ac:chgData name="Oliver Cunliffe" userId="776a771f-d562-4240-85a3-ef29eb7ca182" providerId="ADAL" clId="{FB5E9084-2817-264D-B38A-624A50E4E392}" dt="2024-09-25T13:07:31.503" v="2"/>
          <ac:spMkLst>
            <pc:docMk/>
            <pc:sldMasterMk cId="3662425390" sldId="2147483648"/>
            <ac:spMk id="5" creationId="{359C343C-226A-57DC-16ED-E2B8B730CFB2}"/>
          </ac:spMkLst>
        </pc:spChg>
        <pc:spChg chg="mod">
          <ac:chgData name="Oliver Cunliffe" userId="776a771f-d562-4240-85a3-ef29eb7ca182" providerId="ADAL" clId="{FB5E9084-2817-264D-B38A-624A50E4E392}" dt="2024-09-25T13:07:31.503" v="2"/>
          <ac:spMkLst>
            <pc:docMk/>
            <pc:sldMasterMk cId="3662425390" sldId="2147483648"/>
            <ac:spMk id="6" creationId="{02B9F1C6-D826-3282-D91D-D785B529A4FF}"/>
          </ac:spMkLst>
        </pc:spChg>
        <pc:sldLayoutChg chg="modSp">
          <pc:chgData name="Oliver Cunliffe" userId="776a771f-d562-4240-85a3-ef29eb7ca182" providerId="ADAL" clId="{FB5E9084-2817-264D-B38A-624A50E4E392}" dt="2024-09-25T13:07:31.503" v="2"/>
          <pc:sldLayoutMkLst>
            <pc:docMk/>
            <pc:sldMasterMk cId="3662425390" sldId="2147483648"/>
            <pc:sldLayoutMk cId="2473855757" sldId="2147483649"/>
          </pc:sldLayoutMkLst>
          <pc:spChg chg="mod">
            <ac:chgData name="Oliver Cunliffe" userId="776a771f-d562-4240-85a3-ef29eb7ca182" providerId="ADAL" clId="{FB5E9084-2817-264D-B38A-624A50E4E392}" dt="2024-09-25T13:07:31.503" v="2"/>
            <ac:spMkLst>
              <pc:docMk/>
              <pc:sldMasterMk cId="3662425390" sldId="2147483648"/>
              <pc:sldLayoutMk cId="2473855757" sldId="2147483649"/>
              <ac:spMk id="2" creationId="{A416D493-3475-DDC6-5034-537100A998C1}"/>
            </ac:spMkLst>
          </pc:spChg>
          <pc:spChg chg="mod">
            <ac:chgData name="Oliver Cunliffe" userId="776a771f-d562-4240-85a3-ef29eb7ca182" providerId="ADAL" clId="{FB5E9084-2817-264D-B38A-624A50E4E392}" dt="2024-09-25T13:07:31.503" v="2"/>
            <ac:spMkLst>
              <pc:docMk/>
              <pc:sldMasterMk cId="3662425390" sldId="2147483648"/>
              <pc:sldLayoutMk cId="2473855757" sldId="2147483649"/>
              <ac:spMk id="3" creationId="{93FAB940-E21C-97D7-3BED-D661F371B18E}"/>
            </ac:spMkLst>
          </pc:spChg>
        </pc:sldLayoutChg>
        <pc:sldLayoutChg chg="modSp">
          <pc:chgData name="Oliver Cunliffe" userId="776a771f-d562-4240-85a3-ef29eb7ca182" providerId="ADAL" clId="{FB5E9084-2817-264D-B38A-624A50E4E392}" dt="2024-09-25T13:07:31.503" v="2"/>
          <pc:sldLayoutMkLst>
            <pc:docMk/>
            <pc:sldMasterMk cId="3662425390" sldId="2147483648"/>
            <pc:sldLayoutMk cId="852854697" sldId="2147483651"/>
          </pc:sldLayoutMkLst>
          <pc:spChg chg="mod">
            <ac:chgData name="Oliver Cunliffe" userId="776a771f-d562-4240-85a3-ef29eb7ca182" providerId="ADAL" clId="{FB5E9084-2817-264D-B38A-624A50E4E392}" dt="2024-09-25T13:07:31.503" v="2"/>
            <ac:spMkLst>
              <pc:docMk/>
              <pc:sldMasterMk cId="3662425390" sldId="2147483648"/>
              <pc:sldLayoutMk cId="852854697" sldId="2147483651"/>
              <ac:spMk id="2" creationId="{781A6E8D-E024-3DC9-2024-10001EC06BC0}"/>
            </ac:spMkLst>
          </pc:spChg>
          <pc:spChg chg="mod">
            <ac:chgData name="Oliver Cunliffe" userId="776a771f-d562-4240-85a3-ef29eb7ca182" providerId="ADAL" clId="{FB5E9084-2817-264D-B38A-624A50E4E392}" dt="2024-09-25T13:07:31.503" v="2"/>
            <ac:spMkLst>
              <pc:docMk/>
              <pc:sldMasterMk cId="3662425390" sldId="2147483648"/>
              <pc:sldLayoutMk cId="852854697" sldId="2147483651"/>
              <ac:spMk id="3" creationId="{BDC18D64-C9D8-BE50-D616-481258248B85}"/>
            </ac:spMkLst>
          </pc:spChg>
        </pc:sldLayoutChg>
        <pc:sldLayoutChg chg="modSp">
          <pc:chgData name="Oliver Cunliffe" userId="776a771f-d562-4240-85a3-ef29eb7ca182" providerId="ADAL" clId="{FB5E9084-2817-264D-B38A-624A50E4E392}" dt="2024-09-25T13:07:31.503" v="2"/>
          <pc:sldLayoutMkLst>
            <pc:docMk/>
            <pc:sldMasterMk cId="3662425390" sldId="2147483648"/>
            <pc:sldLayoutMk cId="1036971951" sldId="2147483652"/>
          </pc:sldLayoutMkLst>
          <pc:spChg chg="mod">
            <ac:chgData name="Oliver Cunliffe" userId="776a771f-d562-4240-85a3-ef29eb7ca182" providerId="ADAL" clId="{FB5E9084-2817-264D-B38A-624A50E4E392}" dt="2024-09-25T13:07:31.503" v="2"/>
            <ac:spMkLst>
              <pc:docMk/>
              <pc:sldMasterMk cId="3662425390" sldId="2147483648"/>
              <pc:sldLayoutMk cId="1036971951" sldId="2147483652"/>
              <ac:spMk id="3" creationId="{0F3F74F4-BBA9-92E8-7BB9-DE57C41B5168}"/>
            </ac:spMkLst>
          </pc:spChg>
          <pc:spChg chg="mod">
            <ac:chgData name="Oliver Cunliffe" userId="776a771f-d562-4240-85a3-ef29eb7ca182" providerId="ADAL" clId="{FB5E9084-2817-264D-B38A-624A50E4E392}" dt="2024-09-25T13:07:31.503" v="2"/>
            <ac:spMkLst>
              <pc:docMk/>
              <pc:sldMasterMk cId="3662425390" sldId="2147483648"/>
              <pc:sldLayoutMk cId="1036971951" sldId="2147483652"/>
              <ac:spMk id="4" creationId="{0A2C545D-B8D3-3666-2C63-3B8749613C5D}"/>
            </ac:spMkLst>
          </pc:spChg>
        </pc:sldLayoutChg>
        <pc:sldLayoutChg chg="modSp">
          <pc:chgData name="Oliver Cunliffe" userId="776a771f-d562-4240-85a3-ef29eb7ca182" providerId="ADAL" clId="{FB5E9084-2817-264D-B38A-624A50E4E392}" dt="2024-09-25T13:07:31.503" v="2"/>
          <pc:sldLayoutMkLst>
            <pc:docMk/>
            <pc:sldMasterMk cId="3662425390" sldId="2147483648"/>
            <pc:sldLayoutMk cId="843032665" sldId="2147483653"/>
          </pc:sldLayoutMkLst>
          <pc:spChg chg="mod">
            <ac:chgData name="Oliver Cunliffe" userId="776a771f-d562-4240-85a3-ef29eb7ca182" providerId="ADAL" clId="{FB5E9084-2817-264D-B38A-624A50E4E392}" dt="2024-09-25T13:07:31.503" v="2"/>
            <ac:spMkLst>
              <pc:docMk/>
              <pc:sldMasterMk cId="3662425390" sldId="2147483648"/>
              <pc:sldLayoutMk cId="843032665" sldId="2147483653"/>
              <ac:spMk id="2" creationId="{3EC14F57-A34D-61D3-2CD2-6AF5BE5FDC13}"/>
            </ac:spMkLst>
          </pc:spChg>
          <pc:spChg chg="mod">
            <ac:chgData name="Oliver Cunliffe" userId="776a771f-d562-4240-85a3-ef29eb7ca182" providerId="ADAL" clId="{FB5E9084-2817-264D-B38A-624A50E4E392}" dt="2024-09-25T13:07:31.503" v="2"/>
            <ac:spMkLst>
              <pc:docMk/>
              <pc:sldMasterMk cId="3662425390" sldId="2147483648"/>
              <pc:sldLayoutMk cId="843032665" sldId="2147483653"/>
              <ac:spMk id="3" creationId="{11A0C4FC-F478-9C7E-AC2E-3107B7FB03D1}"/>
            </ac:spMkLst>
          </pc:spChg>
          <pc:spChg chg="mod">
            <ac:chgData name="Oliver Cunliffe" userId="776a771f-d562-4240-85a3-ef29eb7ca182" providerId="ADAL" clId="{FB5E9084-2817-264D-B38A-624A50E4E392}" dt="2024-09-25T13:07:31.503" v="2"/>
            <ac:spMkLst>
              <pc:docMk/>
              <pc:sldMasterMk cId="3662425390" sldId="2147483648"/>
              <pc:sldLayoutMk cId="843032665" sldId="2147483653"/>
              <ac:spMk id="4" creationId="{A3876B00-57E0-E1DA-BE4F-2573EE1612A8}"/>
            </ac:spMkLst>
          </pc:spChg>
          <pc:spChg chg="mod">
            <ac:chgData name="Oliver Cunliffe" userId="776a771f-d562-4240-85a3-ef29eb7ca182" providerId="ADAL" clId="{FB5E9084-2817-264D-B38A-624A50E4E392}" dt="2024-09-25T13:07:31.503" v="2"/>
            <ac:spMkLst>
              <pc:docMk/>
              <pc:sldMasterMk cId="3662425390" sldId="2147483648"/>
              <pc:sldLayoutMk cId="843032665" sldId="2147483653"/>
              <ac:spMk id="5" creationId="{0E0E2D66-B33E-F992-24E4-8B75F0011C0B}"/>
            </ac:spMkLst>
          </pc:spChg>
          <pc:spChg chg="mod">
            <ac:chgData name="Oliver Cunliffe" userId="776a771f-d562-4240-85a3-ef29eb7ca182" providerId="ADAL" clId="{FB5E9084-2817-264D-B38A-624A50E4E392}" dt="2024-09-25T13:07:31.503" v="2"/>
            <ac:spMkLst>
              <pc:docMk/>
              <pc:sldMasterMk cId="3662425390" sldId="2147483648"/>
              <pc:sldLayoutMk cId="843032665" sldId="2147483653"/>
              <ac:spMk id="6" creationId="{5EE360C6-CA59-227C-B506-2D00EF74DB55}"/>
            </ac:spMkLst>
          </pc:spChg>
        </pc:sldLayoutChg>
        <pc:sldLayoutChg chg="modSp">
          <pc:chgData name="Oliver Cunliffe" userId="776a771f-d562-4240-85a3-ef29eb7ca182" providerId="ADAL" clId="{FB5E9084-2817-264D-B38A-624A50E4E392}" dt="2024-09-25T13:07:31.503" v="2"/>
          <pc:sldLayoutMkLst>
            <pc:docMk/>
            <pc:sldMasterMk cId="3662425390" sldId="2147483648"/>
            <pc:sldLayoutMk cId="2850731911" sldId="2147483656"/>
          </pc:sldLayoutMkLst>
          <pc:spChg chg="mod">
            <ac:chgData name="Oliver Cunliffe" userId="776a771f-d562-4240-85a3-ef29eb7ca182" providerId="ADAL" clId="{FB5E9084-2817-264D-B38A-624A50E4E392}" dt="2024-09-25T13:07:31.503" v="2"/>
            <ac:spMkLst>
              <pc:docMk/>
              <pc:sldMasterMk cId="3662425390" sldId="2147483648"/>
              <pc:sldLayoutMk cId="2850731911" sldId="2147483656"/>
              <ac:spMk id="2" creationId="{A79CB1AF-7948-5E6D-9212-5F51D9152C44}"/>
            </ac:spMkLst>
          </pc:spChg>
          <pc:spChg chg="mod">
            <ac:chgData name="Oliver Cunliffe" userId="776a771f-d562-4240-85a3-ef29eb7ca182" providerId="ADAL" clId="{FB5E9084-2817-264D-B38A-624A50E4E392}" dt="2024-09-25T13:07:31.503" v="2"/>
            <ac:spMkLst>
              <pc:docMk/>
              <pc:sldMasterMk cId="3662425390" sldId="2147483648"/>
              <pc:sldLayoutMk cId="2850731911" sldId="2147483656"/>
              <ac:spMk id="3" creationId="{95E58D78-1D1C-EEE1-8C18-A31B104CB80C}"/>
            </ac:spMkLst>
          </pc:spChg>
          <pc:spChg chg="mod">
            <ac:chgData name="Oliver Cunliffe" userId="776a771f-d562-4240-85a3-ef29eb7ca182" providerId="ADAL" clId="{FB5E9084-2817-264D-B38A-624A50E4E392}" dt="2024-09-25T13:07:31.503" v="2"/>
            <ac:spMkLst>
              <pc:docMk/>
              <pc:sldMasterMk cId="3662425390" sldId="2147483648"/>
              <pc:sldLayoutMk cId="2850731911" sldId="2147483656"/>
              <ac:spMk id="4" creationId="{E6C7FA6A-18FB-B43A-FCE9-4064189FD3B0}"/>
            </ac:spMkLst>
          </pc:spChg>
        </pc:sldLayoutChg>
        <pc:sldLayoutChg chg="modSp">
          <pc:chgData name="Oliver Cunliffe" userId="776a771f-d562-4240-85a3-ef29eb7ca182" providerId="ADAL" clId="{FB5E9084-2817-264D-B38A-624A50E4E392}" dt="2024-09-25T13:07:31.503" v="2"/>
          <pc:sldLayoutMkLst>
            <pc:docMk/>
            <pc:sldMasterMk cId="3662425390" sldId="2147483648"/>
            <pc:sldLayoutMk cId="3194762970" sldId="2147483657"/>
          </pc:sldLayoutMkLst>
          <pc:spChg chg="mod">
            <ac:chgData name="Oliver Cunliffe" userId="776a771f-d562-4240-85a3-ef29eb7ca182" providerId="ADAL" clId="{FB5E9084-2817-264D-B38A-624A50E4E392}" dt="2024-09-25T13:07:31.503" v="2"/>
            <ac:spMkLst>
              <pc:docMk/>
              <pc:sldMasterMk cId="3662425390" sldId="2147483648"/>
              <pc:sldLayoutMk cId="3194762970" sldId="2147483657"/>
              <ac:spMk id="2" creationId="{66A6E12E-14E7-E609-C8CB-A055BA64EEF6}"/>
            </ac:spMkLst>
          </pc:spChg>
          <pc:spChg chg="mod">
            <ac:chgData name="Oliver Cunliffe" userId="776a771f-d562-4240-85a3-ef29eb7ca182" providerId="ADAL" clId="{FB5E9084-2817-264D-B38A-624A50E4E392}" dt="2024-09-25T13:07:31.503" v="2"/>
            <ac:spMkLst>
              <pc:docMk/>
              <pc:sldMasterMk cId="3662425390" sldId="2147483648"/>
              <pc:sldLayoutMk cId="3194762970" sldId="2147483657"/>
              <ac:spMk id="3" creationId="{C9763218-8548-BB81-8A01-780C315A5487}"/>
            </ac:spMkLst>
          </pc:spChg>
          <pc:spChg chg="mod">
            <ac:chgData name="Oliver Cunliffe" userId="776a771f-d562-4240-85a3-ef29eb7ca182" providerId="ADAL" clId="{FB5E9084-2817-264D-B38A-624A50E4E392}" dt="2024-09-25T13:07:31.503" v="2"/>
            <ac:spMkLst>
              <pc:docMk/>
              <pc:sldMasterMk cId="3662425390" sldId="2147483648"/>
              <pc:sldLayoutMk cId="3194762970" sldId="2147483657"/>
              <ac:spMk id="4" creationId="{29C71C49-7B8C-B257-551A-C99A0E30CA36}"/>
            </ac:spMkLst>
          </pc:spChg>
        </pc:sldLayoutChg>
        <pc:sldLayoutChg chg="modSp">
          <pc:chgData name="Oliver Cunliffe" userId="776a771f-d562-4240-85a3-ef29eb7ca182" providerId="ADAL" clId="{FB5E9084-2817-264D-B38A-624A50E4E392}" dt="2024-09-25T13:07:31.503" v="2"/>
          <pc:sldLayoutMkLst>
            <pc:docMk/>
            <pc:sldMasterMk cId="3662425390" sldId="2147483648"/>
            <pc:sldLayoutMk cId="1069502587" sldId="2147483659"/>
          </pc:sldLayoutMkLst>
          <pc:spChg chg="mod">
            <ac:chgData name="Oliver Cunliffe" userId="776a771f-d562-4240-85a3-ef29eb7ca182" providerId="ADAL" clId="{FB5E9084-2817-264D-B38A-624A50E4E392}" dt="2024-09-25T13:07:31.503" v="2"/>
            <ac:spMkLst>
              <pc:docMk/>
              <pc:sldMasterMk cId="3662425390" sldId="2147483648"/>
              <pc:sldLayoutMk cId="1069502587" sldId="2147483659"/>
              <ac:spMk id="2" creationId="{925CF328-ED74-E710-932D-9627F7FA1124}"/>
            </ac:spMkLst>
          </pc:spChg>
          <pc:spChg chg="mod">
            <ac:chgData name="Oliver Cunliffe" userId="776a771f-d562-4240-85a3-ef29eb7ca182" providerId="ADAL" clId="{FB5E9084-2817-264D-B38A-624A50E4E392}" dt="2024-09-25T13:07:31.503" v="2"/>
            <ac:spMkLst>
              <pc:docMk/>
              <pc:sldMasterMk cId="3662425390" sldId="2147483648"/>
              <pc:sldLayoutMk cId="1069502587" sldId="2147483659"/>
              <ac:spMk id="3" creationId="{C53D0438-A567-96B0-C8E5-4D910306EAC1}"/>
            </ac:spMkLst>
          </pc:spChg>
        </pc:sldLayoutChg>
      </pc:sldMasterChg>
      <pc:sldMasterChg chg="modSp modSldLayout">
        <pc:chgData name="Oliver Cunliffe" userId="776a771f-d562-4240-85a3-ef29eb7ca182" providerId="ADAL" clId="{FB5E9084-2817-264D-B38A-624A50E4E392}" dt="2024-09-25T14:47:44.220" v="4106"/>
        <pc:sldMasterMkLst>
          <pc:docMk/>
          <pc:sldMasterMk cId="988057933" sldId="2147483660"/>
        </pc:sldMasterMkLst>
        <pc:spChg chg="mod">
          <ac:chgData name="Oliver Cunliffe" userId="776a771f-d562-4240-85a3-ef29eb7ca182" providerId="ADAL" clId="{FB5E9084-2817-264D-B38A-624A50E4E392}" dt="2024-09-25T14:47:44.220" v="4106"/>
          <ac:spMkLst>
            <pc:docMk/>
            <pc:sldMasterMk cId="988057933" sldId="2147483660"/>
            <ac:spMk id="2" creationId="{00000000-0000-0000-0000-000000000000}"/>
          </ac:spMkLst>
        </pc:spChg>
        <pc:spChg chg="mod">
          <ac:chgData name="Oliver Cunliffe" userId="776a771f-d562-4240-85a3-ef29eb7ca182" providerId="ADAL" clId="{FB5E9084-2817-264D-B38A-624A50E4E392}" dt="2024-09-25T14:47:44.220" v="4106"/>
          <ac:spMkLst>
            <pc:docMk/>
            <pc:sldMasterMk cId="988057933" sldId="2147483660"/>
            <ac:spMk id="3" creationId="{00000000-0000-0000-0000-000000000000}"/>
          </ac:spMkLst>
        </pc:spChg>
        <pc:spChg chg="mod">
          <ac:chgData name="Oliver Cunliffe" userId="776a771f-d562-4240-85a3-ef29eb7ca182" providerId="ADAL" clId="{FB5E9084-2817-264D-B38A-624A50E4E392}" dt="2024-09-25T14:47:44.220" v="4106"/>
          <ac:spMkLst>
            <pc:docMk/>
            <pc:sldMasterMk cId="988057933" sldId="2147483660"/>
            <ac:spMk id="4" creationId="{00000000-0000-0000-0000-000000000000}"/>
          </ac:spMkLst>
        </pc:spChg>
        <pc:spChg chg="mod">
          <ac:chgData name="Oliver Cunliffe" userId="776a771f-d562-4240-85a3-ef29eb7ca182" providerId="ADAL" clId="{FB5E9084-2817-264D-B38A-624A50E4E392}" dt="2024-09-25T14:47:44.220" v="4106"/>
          <ac:spMkLst>
            <pc:docMk/>
            <pc:sldMasterMk cId="988057933" sldId="2147483660"/>
            <ac:spMk id="5" creationId="{00000000-0000-0000-0000-000000000000}"/>
          </ac:spMkLst>
        </pc:spChg>
        <pc:spChg chg="mod">
          <ac:chgData name="Oliver Cunliffe" userId="776a771f-d562-4240-85a3-ef29eb7ca182" providerId="ADAL" clId="{FB5E9084-2817-264D-B38A-624A50E4E392}" dt="2024-09-25T14:47:44.220" v="4106"/>
          <ac:spMkLst>
            <pc:docMk/>
            <pc:sldMasterMk cId="988057933" sldId="2147483660"/>
            <ac:spMk id="6" creationId="{00000000-0000-0000-0000-000000000000}"/>
          </ac:spMkLst>
        </pc:spChg>
        <pc:sldLayoutChg chg="modSp">
          <pc:chgData name="Oliver Cunliffe" userId="776a771f-d562-4240-85a3-ef29eb7ca182" providerId="ADAL" clId="{FB5E9084-2817-264D-B38A-624A50E4E392}" dt="2024-09-25T14:47:44.220" v="4106"/>
          <pc:sldLayoutMkLst>
            <pc:docMk/>
            <pc:sldMasterMk cId="988057933" sldId="2147483660"/>
            <pc:sldLayoutMk cId="4247878726" sldId="2147483661"/>
          </pc:sldLayoutMkLst>
          <pc:spChg chg="mod">
            <ac:chgData name="Oliver Cunliffe" userId="776a771f-d562-4240-85a3-ef29eb7ca182" providerId="ADAL" clId="{FB5E9084-2817-264D-B38A-624A50E4E392}" dt="2024-09-25T14:47:44.220" v="4106"/>
            <ac:spMkLst>
              <pc:docMk/>
              <pc:sldMasterMk cId="988057933" sldId="2147483660"/>
              <pc:sldLayoutMk cId="4247878726" sldId="2147483661"/>
              <ac:spMk id="2" creationId="{00000000-0000-0000-0000-000000000000}"/>
            </ac:spMkLst>
          </pc:spChg>
          <pc:spChg chg="mod">
            <ac:chgData name="Oliver Cunliffe" userId="776a771f-d562-4240-85a3-ef29eb7ca182" providerId="ADAL" clId="{FB5E9084-2817-264D-B38A-624A50E4E392}" dt="2024-09-25T14:47:44.220" v="4106"/>
            <ac:spMkLst>
              <pc:docMk/>
              <pc:sldMasterMk cId="988057933" sldId="2147483660"/>
              <pc:sldLayoutMk cId="4247878726" sldId="2147483661"/>
              <ac:spMk id="3" creationId="{00000000-0000-0000-0000-000000000000}"/>
            </ac:spMkLst>
          </pc:spChg>
        </pc:sldLayoutChg>
        <pc:sldLayoutChg chg="modSp">
          <pc:chgData name="Oliver Cunliffe" userId="776a771f-d562-4240-85a3-ef29eb7ca182" providerId="ADAL" clId="{FB5E9084-2817-264D-B38A-624A50E4E392}" dt="2024-09-25T14:47:44.220" v="4106"/>
          <pc:sldLayoutMkLst>
            <pc:docMk/>
            <pc:sldMasterMk cId="988057933" sldId="2147483660"/>
            <pc:sldLayoutMk cId="4195399430" sldId="2147483663"/>
          </pc:sldLayoutMkLst>
          <pc:spChg chg="mod">
            <ac:chgData name="Oliver Cunliffe" userId="776a771f-d562-4240-85a3-ef29eb7ca182" providerId="ADAL" clId="{FB5E9084-2817-264D-B38A-624A50E4E392}" dt="2024-09-25T14:47:44.220" v="4106"/>
            <ac:spMkLst>
              <pc:docMk/>
              <pc:sldMasterMk cId="988057933" sldId="2147483660"/>
              <pc:sldLayoutMk cId="4195399430" sldId="2147483663"/>
              <ac:spMk id="2" creationId="{00000000-0000-0000-0000-000000000000}"/>
            </ac:spMkLst>
          </pc:spChg>
          <pc:spChg chg="mod">
            <ac:chgData name="Oliver Cunliffe" userId="776a771f-d562-4240-85a3-ef29eb7ca182" providerId="ADAL" clId="{FB5E9084-2817-264D-B38A-624A50E4E392}" dt="2024-09-25T14:47:44.220" v="4106"/>
            <ac:spMkLst>
              <pc:docMk/>
              <pc:sldMasterMk cId="988057933" sldId="2147483660"/>
              <pc:sldLayoutMk cId="4195399430" sldId="2147483663"/>
              <ac:spMk id="3" creationId="{00000000-0000-0000-0000-000000000000}"/>
            </ac:spMkLst>
          </pc:spChg>
        </pc:sldLayoutChg>
        <pc:sldLayoutChg chg="modSp">
          <pc:chgData name="Oliver Cunliffe" userId="776a771f-d562-4240-85a3-ef29eb7ca182" providerId="ADAL" clId="{FB5E9084-2817-264D-B38A-624A50E4E392}" dt="2024-09-25T14:47:44.220" v="4106"/>
          <pc:sldLayoutMkLst>
            <pc:docMk/>
            <pc:sldMasterMk cId="988057933" sldId="2147483660"/>
            <pc:sldLayoutMk cId="200416874" sldId="2147483664"/>
          </pc:sldLayoutMkLst>
          <pc:spChg chg="mod">
            <ac:chgData name="Oliver Cunliffe" userId="776a771f-d562-4240-85a3-ef29eb7ca182" providerId="ADAL" clId="{FB5E9084-2817-264D-B38A-624A50E4E392}" dt="2024-09-25T14:47:44.220" v="4106"/>
            <ac:spMkLst>
              <pc:docMk/>
              <pc:sldMasterMk cId="988057933" sldId="2147483660"/>
              <pc:sldLayoutMk cId="200416874" sldId="2147483664"/>
              <ac:spMk id="3" creationId="{00000000-0000-0000-0000-000000000000}"/>
            </ac:spMkLst>
          </pc:spChg>
          <pc:spChg chg="mod">
            <ac:chgData name="Oliver Cunliffe" userId="776a771f-d562-4240-85a3-ef29eb7ca182" providerId="ADAL" clId="{FB5E9084-2817-264D-B38A-624A50E4E392}" dt="2024-09-25T14:47:44.220" v="4106"/>
            <ac:spMkLst>
              <pc:docMk/>
              <pc:sldMasterMk cId="988057933" sldId="2147483660"/>
              <pc:sldLayoutMk cId="200416874" sldId="2147483664"/>
              <ac:spMk id="4" creationId="{00000000-0000-0000-0000-000000000000}"/>
            </ac:spMkLst>
          </pc:spChg>
        </pc:sldLayoutChg>
        <pc:sldLayoutChg chg="modSp">
          <pc:chgData name="Oliver Cunliffe" userId="776a771f-d562-4240-85a3-ef29eb7ca182" providerId="ADAL" clId="{FB5E9084-2817-264D-B38A-624A50E4E392}" dt="2024-09-25T14:47:44.220" v="4106"/>
          <pc:sldLayoutMkLst>
            <pc:docMk/>
            <pc:sldMasterMk cId="988057933" sldId="2147483660"/>
            <pc:sldLayoutMk cId="1029321688" sldId="2147483665"/>
          </pc:sldLayoutMkLst>
          <pc:spChg chg="mod">
            <ac:chgData name="Oliver Cunliffe" userId="776a771f-d562-4240-85a3-ef29eb7ca182" providerId="ADAL" clId="{FB5E9084-2817-264D-B38A-624A50E4E392}" dt="2024-09-25T14:47:44.220" v="4106"/>
            <ac:spMkLst>
              <pc:docMk/>
              <pc:sldMasterMk cId="988057933" sldId="2147483660"/>
              <pc:sldLayoutMk cId="1029321688" sldId="2147483665"/>
              <ac:spMk id="2" creationId="{00000000-0000-0000-0000-000000000000}"/>
            </ac:spMkLst>
          </pc:spChg>
          <pc:spChg chg="mod">
            <ac:chgData name="Oliver Cunliffe" userId="776a771f-d562-4240-85a3-ef29eb7ca182" providerId="ADAL" clId="{FB5E9084-2817-264D-B38A-624A50E4E392}" dt="2024-09-25T14:47:44.220" v="4106"/>
            <ac:spMkLst>
              <pc:docMk/>
              <pc:sldMasterMk cId="988057933" sldId="2147483660"/>
              <pc:sldLayoutMk cId="1029321688" sldId="2147483665"/>
              <ac:spMk id="3" creationId="{00000000-0000-0000-0000-000000000000}"/>
            </ac:spMkLst>
          </pc:spChg>
          <pc:spChg chg="mod">
            <ac:chgData name="Oliver Cunliffe" userId="776a771f-d562-4240-85a3-ef29eb7ca182" providerId="ADAL" clId="{FB5E9084-2817-264D-B38A-624A50E4E392}" dt="2024-09-25T14:47:44.220" v="4106"/>
            <ac:spMkLst>
              <pc:docMk/>
              <pc:sldMasterMk cId="988057933" sldId="2147483660"/>
              <pc:sldLayoutMk cId="1029321688" sldId="2147483665"/>
              <ac:spMk id="4" creationId="{00000000-0000-0000-0000-000000000000}"/>
            </ac:spMkLst>
          </pc:spChg>
          <pc:spChg chg="mod">
            <ac:chgData name="Oliver Cunliffe" userId="776a771f-d562-4240-85a3-ef29eb7ca182" providerId="ADAL" clId="{FB5E9084-2817-264D-B38A-624A50E4E392}" dt="2024-09-25T14:47:44.220" v="4106"/>
            <ac:spMkLst>
              <pc:docMk/>
              <pc:sldMasterMk cId="988057933" sldId="2147483660"/>
              <pc:sldLayoutMk cId="1029321688" sldId="2147483665"/>
              <ac:spMk id="5" creationId="{00000000-0000-0000-0000-000000000000}"/>
            </ac:spMkLst>
          </pc:spChg>
          <pc:spChg chg="mod">
            <ac:chgData name="Oliver Cunliffe" userId="776a771f-d562-4240-85a3-ef29eb7ca182" providerId="ADAL" clId="{FB5E9084-2817-264D-B38A-624A50E4E392}" dt="2024-09-25T14:47:44.220" v="4106"/>
            <ac:spMkLst>
              <pc:docMk/>
              <pc:sldMasterMk cId="988057933" sldId="2147483660"/>
              <pc:sldLayoutMk cId="1029321688" sldId="2147483665"/>
              <ac:spMk id="6" creationId="{00000000-0000-0000-0000-000000000000}"/>
            </ac:spMkLst>
          </pc:spChg>
        </pc:sldLayoutChg>
        <pc:sldLayoutChg chg="modSp">
          <pc:chgData name="Oliver Cunliffe" userId="776a771f-d562-4240-85a3-ef29eb7ca182" providerId="ADAL" clId="{FB5E9084-2817-264D-B38A-624A50E4E392}" dt="2024-09-25T14:47:44.220" v="4106"/>
          <pc:sldLayoutMkLst>
            <pc:docMk/>
            <pc:sldMasterMk cId="988057933" sldId="2147483660"/>
            <pc:sldLayoutMk cId="762786420" sldId="2147483668"/>
          </pc:sldLayoutMkLst>
          <pc:spChg chg="mod">
            <ac:chgData name="Oliver Cunliffe" userId="776a771f-d562-4240-85a3-ef29eb7ca182" providerId="ADAL" clId="{FB5E9084-2817-264D-B38A-624A50E4E392}" dt="2024-09-25T14:47:44.220" v="4106"/>
            <ac:spMkLst>
              <pc:docMk/>
              <pc:sldMasterMk cId="988057933" sldId="2147483660"/>
              <pc:sldLayoutMk cId="762786420" sldId="2147483668"/>
              <ac:spMk id="2" creationId="{00000000-0000-0000-0000-000000000000}"/>
            </ac:spMkLst>
          </pc:spChg>
          <pc:spChg chg="mod">
            <ac:chgData name="Oliver Cunliffe" userId="776a771f-d562-4240-85a3-ef29eb7ca182" providerId="ADAL" clId="{FB5E9084-2817-264D-B38A-624A50E4E392}" dt="2024-09-25T14:47:44.220" v="4106"/>
            <ac:spMkLst>
              <pc:docMk/>
              <pc:sldMasterMk cId="988057933" sldId="2147483660"/>
              <pc:sldLayoutMk cId="762786420" sldId="2147483668"/>
              <ac:spMk id="3" creationId="{00000000-0000-0000-0000-000000000000}"/>
            </ac:spMkLst>
          </pc:spChg>
          <pc:spChg chg="mod">
            <ac:chgData name="Oliver Cunliffe" userId="776a771f-d562-4240-85a3-ef29eb7ca182" providerId="ADAL" clId="{FB5E9084-2817-264D-B38A-624A50E4E392}" dt="2024-09-25T14:47:44.220" v="4106"/>
            <ac:spMkLst>
              <pc:docMk/>
              <pc:sldMasterMk cId="988057933" sldId="2147483660"/>
              <pc:sldLayoutMk cId="762786420" sldId="2147483668"/>
              <ac:spMk id="4" creationId="{00000000-0000-0000-0000-000000000000}"/>
            </ac:spMkLst>
          </pc:spChg>
        </pc:sldLayoutChg>
        <pc:sldLayoutChg chg="modSp">
          <pc:chgData name="Oliver Cunliffe" userId="776a771f-d562-4240-85a3-ef29eb7ca182" providerId="ADAL" clId="{FB5E9084-2817-264D-B38A-624A50E4E392}" dt="2024-09-25T14:47:44.220" v="4106"/>
          <pc:sldLayoutMkLst>
            <pc:docMk/>
            <pc:sldMasterMk cId="988057933" sldId="2147483660"/>
            <pc:sldLayoutMk cId="226412337" sldId="2147483669"/>
          </pc:sldLayoutMkLst>
          <pc:spChg chg="mod">
            <ac:chgData name="Oliver Cunliffe" userId="776a771f-d562-4240-85a3-ef29eb7ca182" providerId="ADAL" clId="{FB5E9084-2817-264D-B38A-624A50E4E392}" dt="2024-09-25T14:47:44.220" v="4106"/>
            <ac:spMkLst>
              <pc:docMk/>
              <pc:sldMasterMk cId="988057933" sldId="2147483660"/>
              <pc:sldLayoutMk cId="226412337" sldId="2147483669"/>
              <ac:spMk id="2" creationId="{00000000-0000-0000-0000-000000000000}"/>
            </ac:spMkLst>
          </pc:spChg>
          <pc:spChg chg="mod">
            <ac:chgData name="Oliver Cunliffe" userId="776a771f-d562-4240-85a3-ef29eb7ca182" providerId="ADAL" clId="{FB5E9084-2817-264D-B38A-624A50E4E392}" dt="2024-09-25T14:47:44.220" v="4106"/>
            <ac:spMkLst>
              <pc:docMk/>
              <pc:sldMasterMk cId="988057933" sldId="2147483660"/>
              <pc:sldLayoutMk cId="226412337" sldId="2147483669"/>
              <ac:spMk id="3" creationId="{00000000-0000-0000-0000-000000000000}"/>
            </ac:spMkLst>
          </pc:spChg>
          <pc:spChg chg="mod">
            <ac:chgData name="Oliver Cunliffe" userId="776a771f-d562-4240-85a3-ef29eb7ca182" providerId="ADAL" clId="{FB5E9084-2817-264D-B38A-624A50E4E392}" dt="2024-09-25T14:47:44.220" v="4106"/>
            <ac:spMkLst>
              <pc:docMk/>
              <pc:sldMasterMk cId="988057933" sldId="2147483660"/>
              <pc:sldLayoutMk cId="226412337" sldId="2147483669"/>
              <ac:spMk id="4" creationId="{00000000-0000-0000-0000-000000000000}"/>
            </ac:spMkLst>
          </pc:spChg>
        </pc:sldLayoutChg>
        <pc:sldLayoutChg chg="modSp">
          <pc:chgData name="Oliver Cunliffe" userId="776a771f-d562-4240-85a3-ef29eb7ca182" providerId="ADAL" clId="{FB5E9084-2817-264D-B38A-624A50E4E392}" dt="2024-09-25T14:47:44.220" v="4106"/>
          <pc:sldLayoutMkLst>
            <pc:docMk/>
            <pc:sldMasterMk cId="988057933" sldId="2147483660"/>
            <pc:sldLayoutMk cId="4000200094" sldId="2147483671"/>
          </pc:sldLayoutMkLst>
          <pc:spChg chg="mod">
            <ac:chgData name="Oliver Cunliffe" userId="776a771f-d562-4240-85a3-ef29eb7ca182" providerId="ADAL" clId="{FB5E9084-2817-264D-B38A-624A50E4E392}" dt="2024-09-25T14:47:44.220" v="4106"/>
            <ac:spMkLst>
              <pc:docMk/>
              <pc:sldMasterMk cId="988057933" sldId="2147483660"/>
              <pc:sldLayoutMk cId="4000200094" sldId="2147483671"/>
              <ac:spMk id="2" creationId="{00000000-0000-0000-0000-000000000000}"/>
            </ac:spMkLst>
          </pc:spChg>
          <pc:spChg chg="mod">
            <ac:chgData name="Oliver Cunliffe" userId="776a771f-d562-4240-85a3-ef29eb7ca182" providerId="ADAL" clId="{FB5E9084-2817-264D-B38A-624A50E4E392}" dt="2024-09-25T14:47:44.220" v="4106"/>
            <ac:spMkLst>
              <pc:docMk/>
              <pc:sldMasterMk cId="988057933" sldId="2147483660"/>
              <pc:sldLayoutMk cId="4000200094" sldId="2147483671"/>
              <ac:spMk id="3" creationId="{00000000-0000-0000-0000-000000000000}"/>
            </ac:spMkLst>
          </pc:spChg>
        </pc:sldLayoutChg>
      </pc:sldMasterChg>
      <pc:sldMasterChg chg="modSp modSldLayout">
        <pc:chgData name="Oliver Cunliffe" userId="776a771f-d562-4240-85a3-ef29eb7ca182" providerId="ADAL" clId="{FB5E9084-2817-264D-B38A-624A50E4E392}" dt="2024-09-25T15:54:37.148" v="4265"/>
        <pc:sldMasterMkLst>
          <pc:docMk/>
          <pc:sldMasterMk cId="1924070894" sldId="2147483672"/>
        </pc:sldMasterMkLst>
        <pc:spChg chg="mod">
          <ac:chgData name="Oliver Cunliffe" userId="776a771f-d562-4240-85a3-ef29eb7ca182" providerId="ADAL" clId="{FB5E9084-2817-264D-B38A-624A50E4E392}" dt="2024-09-25T15:54:37.148" v="4265"/>
          <ac:spMkLst>
            <pc:docMk/>
            <pc:sldMasterMk cId="1924070894" sldId="2147483672"/>
            <ac:spMk id="2" creationId="{00000000-0000-0000-0000-000000000000}"/>
          </ac:spMkLst>
        </pc:spChg>
        <pc:spChg chg="mod">
          <ac:chgData name="Oliver Cunliffe" userId="776a771f-d562-4240-85a3-ef29eb7ca182" providerId="ADAL" clId="{FB5E9084-2817-264D-B38A-624A50E4E392}" dt="2024-09-25T15:54:37.148" v="4265"/>
          <ac:spMkLst>
            <pc:docMk/>
            <pc:sldMasterMk cId="1924070894" sldId="2147483672"/>
            <ac:spMk id="3" creationId="{00000000-0000-0000-0000-000000000000}"/>
          </ac:spMkLst>
        </pc:spChg>
        <pc:spChg chg="mod">
          <ac:chgData name="Oliver Cunliffe" userId="776a771f-d562-4240-85a3-ef29eb7ca182" providerId="ADAL" clId="{FB5E9084-2817-264D-B38A-624A50E4E392}" dt="2024-09-25T15:54:37.148" v="4265"/>
          <ac:spMkLst>
            <pc:docMk/>
            <pc:sldMasterMk cId="1924070894" sldId="2147483672"/>
            <ac:spMk id="4" creationId="{00000000-0000-0000-0000-000000000000}"/>
          </ac:spMkLst>
        </pc:spChg>
        <pc:spChg chg="mod">
          <ac:chgData name="Oliver Cunliffe" userId="776a771f-d562-4240-85a3-ef29eb7ca182" providerId="ADAL" clId="{FB5E9084-2817-264D-B38A-624A50E4E392}" dt="2024-09-25T15:54:37.148" v="4265"/>
          <ac:spMkLst>
            <pc:docMk/>
            <pc:sldMasterMk cId="1924070894" sldId="2147483672"/>
            <ac:spMk id="5" creationId="{00000000-0000-0000-0000-000000000000}"/>
          </ac:spMkLst>
        </pc:spChg>
        <pc:spChg chg="mod">
          <ac:chgData name="Oliver Cunliffe" userId="776a771f-d562-4240-85a3-ef29eb7ca182" providerId="ADAL" clId="{FB5E9084-2817-264D-B38A-624A50E4E392}" dt="2024-09-25T15:54:37.148" v="4265"/>
          <ac:spMkLst>
            <pc:docMk/>
            <pc:sldMasterMk cId="1924070894" sldId="2147483672"/>
            <ac:spMk id="6" creationId="{00000000-0000-0000-0000-000000000000}"/>
          </ac:spMkLst>
        </pc:spChg>
        <pc:sldLayoutChg chg="modSp">
          <pc:chgData name="Oliver Cunliffe" userId="776a771f-d562-4240-85a3-ef29eb7ca182" providerId="ADAL" clId="{FB5E9084-2817-264D-B38A-624A50E4E392}" dt="2024-09-25T15:54:37.148" v="4265"/>
          <pc:sldLayoutMkLst>
            <pc:docMk/>
            <pc:sldMasterMk cId="1924070894" sldId="2147483672"/>
            <pc:sldLayoutMk cId="3869602541" sldId="2147483673"/>
          </pc:sldLayoutMkLst>
          <pc:spChg chg="mod">
            <ac:chgData name="Oliver Cunliffe" userId="776a771f-d562-4240-85a3-ef29eb7ca182" providerId="ADAL" clId="{FB5E9084-2817-264D-B38A-624A50E4E392}" dt="2024-09-25T15:54:37.148" v="4265"/>
            <ac:spMkLst>
              <pc:docMk/>
              <pc:sldMasterMk cId="1924070894" sldId="2147483672"/>
              <pc:sldLayoutMk cId="3869602541" sldId="2147483673"/>
              <ac:spMk id="2" creationId="{00000000-0000-0000-0000-000000000000}"/>
            </ac:spMkLst>
          </pc:spChg>
          <pc:spChg chg="mod">
            <ac:chgData name="Oliver Cunliffe" userId="776a771f-d562-4240-85a3-ef29eb7ca182" providerId="ADAL" clId="{FB5E9084-2817-264D-B38A-624A50E4E392}" dt="2024-09-25T15:54:37.148" v="4265"/>
            <ac:spMkLst>
              <pc:docMk/>
              <pc:sldMasterMk cId="1924070894" sldId="2147483672"/>
              <pc:sldLayoutMk cId="3869602541" sldId="2147483673"/>
              <ac:spMk id="3" creationId="{00000000-0000-0000-0000-000000000000}"/>
            </ac:spMkLst>
          </pc:spChg>
        </pc:sldLayoutChg>
        <pc:sldLayoutChg chg="modSp">
          <pc:chgData name="Oliver Cunliffe" userId="776a771f-d562-4240-85a3-ef29eb7ca182" providerId="ADAL" clId="{FB5E9084-2817-264D-B38A-624A50E4E392}" dt="2024-09-25T15:54:37.148" v="4265"/>
          <pc:sldLayoutMkLst>
            <pc:docMk/>
            <pc:sldMasterMk cId="1924070894" sldId="2147483672"/>
            <pc:sldLayoutMk cId="1725112618" sldId="2147483675"/>
          </pc:sldLayoutMkLst>
          <pc:spChg chg="mod">
            <ac:chgData name="Oliver Cunliffe" userId="776a771f-d562-4240-85a3-ef29eb7ca182" providerId="ADAL" clId="{FB5E9084-2817-264D-B38A-624A50E4E392}" dt="2024-09-25T15:54:37.148" v="4265"/>
            <ac:spMkLst>
              <pc:docMk/>
              <pc:sldMasterMk cId="1924070894" sldId="2147483672"/>
              <pc:sldLayoutMk cId="1725112618" sldId="2147483675"/>
              <ac:spMk id="2" creationId="{00000000-0000-0000-0000-000000000000}"/>
            </ac:spMkLst>
          </pc:spChg>
          <pc:spChg chg="mod">
            <ac:chgData name="Oliver Cunliffe" userId="776a771f-d562-4240-85a3-ef29eb7ca182" providerId="ADAL" clId="{FB5E9084-2817-264D-B38A-624A50E4E392}" dt="2024-09-25T15:54:37.148" v="4265"/>
            <ac:spMkLst>
              <pc:docMk/>
              <pc:sldMasterMk cId="1924070894" sldId="2147483672"/>
              <pc:sldLayoutMk cId="1725112618" sldId="2147483675"/>
              <ac:spMk id="3" creationId="{00000000-0000-0000-0000-000000000000}"/>
            </ac:spMkLst>
          </pc:spChg>
        </pc:sldLayoutChg>
        <pc:sldLayoutChg chg="modSp">
          <pc:chgData name="Oliver Cunliffe" userId="776a771f-d562-4240-85a3-ef29eb7ca182" providerId="ADAL" clId="{FB5E9084-2817-264D-B38A-624A50E4E392}" dt="2024-09-25T15:54:37.148" v="4265"/>
          <pc:sldLayoutMkLst>
            <pc:docMk/>
            <pc:sldMasterMk cId="1924070894" sldId="2147483672"/>
            <pc:sldLayoutMk cId="742552385" sldId="2147483676"/>
          </pc:sldLayoutMkLst>
          <pc:spChg chg="mod">
            <ac:chgData name="Oliver Cunliffe" userId="776a771f-d562-4240-85a3-ef29eb7ca182" providerId="ADAL" clId="{FB5E9084-2817-264D-B38A-624A50E4E392}" dt="2024-09-25T15:54:37.148" v="4265"/>
            <ac:spMkLst>
              <pc:docMk/>
              <pc:sldMasterMk cId="1924070894" sldId="2147483672"/>
              <pc:sldLayoutMk cId="742552385" sldId="2147483676"/>
              <ac:spMk id="3" creationId="{00000000-0000-0000-0000-000000000000}"/>
            </ac:spMkLst>
          </pc:spChg>
          <pc:spChg chg="mod">
            <ac:chgData name="Oliver Cunliffe" userId="776a771f-d562-4240-85a3-ef29eb7ca182" providerId="ADAL" clId="{FB5E9084-2817-264D-B38A-624A50E4E392}" dt="2024-09-25T15:54:37.148" v="4265"/>
            <ac:spMkLst>
              <pc:docMk/>
              <pc:sldMasterMk cId="1924070894" sldId="2147483672"/>
              <pc:sldLayoutMk cId="742552385" sldId="2147483676"/>
              <ac:spMk id="4" creationId="{00000000-0000-0000-0000-000000000000}"/>
            </ac:spMkLst>
          </pc:spChg>
        </pc:sldLayoutChg>
        <pc:sldLayoutChg chg="modSp">
          <pc:chgData name="Oliver Cunliffe" userId="776a771f-d562-4240-85a3-ef29eb7ca182" providerId="ADAL" clId="{FB5E9084-2817-264D-B38A-624A50E4E392}" dt="2024-09-25T15:54:37.148" v="4265"/>
          <pc:sldLayoutMkLst>
            <pc:docMk/>
            <pc:sldMasterMk cId="1924070894" sldId="2147483672"/>
            <pc:sldLayoutMk cId="2823465985" sldId="2147483677"/>
          </pc:sldLayoutMkLst>
          <pc:spChg chg="mod">
            <ac:chgData name="Oliver Cunliffe" userId="776a771f-d562-4240-85a3-ef29eb7ca182" providerId="ADAL" clId="{FB5E9084-2817-264D-B38A-624A50E4E392}" dt="2024-09-25T15:54:37.148" v="4265"/>
            <ac:spMkLst>
              <pc:docMk/>
              <pc:sldMasterMk cId="1924070894" sldId="2147483672"/>
              <pc:sldLayoutMk cId="2823465985" sldId="2147483677"/>
              <ac:spMk id="2" creationId="{00000000-0000-0000-0000-000000000000}"/>
            </ac:spMkLst>
          </pc:spChg>
          <pc:spChg chg="mod">
            <ac:chgData name="Oliver Cunliffe" userId="776a771f-d562-4240-85a3-ef29eb7ca182" providerId="ADAL" clId="{FB5E9084-2817-264D-B38A-624A50E4E392}" dt="2024-09-25T15:54:37.148" v="4265"/>
            <ac:spMkLst>
              <pc:docMk/>
              <pc:sldMasterMk cId="1924070894" sldId="2147483672"/>
              <pc:sldLayoutMk cId="2823465985" sldId="2147483677"/>
              <ac:spMk id="3" creationId="{00000000-0000-0000-0000-000000000000}"/>
            </ac:spMkLst>
          </pc:spChg>
          <pc:spChg chg="mod">
            <ac:chgData name="Oliver Cunliffe" userId="776a771f-d562-4240-85a3-ef29eb7ca182" providerId="ADAL" clId="{FB5E9084-2817-264D-B38A-624A50E4E392}" dt="2024-09-25T15:54:37.148" v="4265"/>
            <ac:spMkLst>
              <pc:docMk/>
              <pc:sldMasterMk cId="1924070894" sldId="2147483672"/>
              <pc:sldLayoutMk cId="2823465985" sldId="2147483677"/>
              <ac:spMk id="4" creationId="{00000000-0000-0000-0000-000000000000}"/>
            </ac:spMkLst>
          </pc:spChg>
          <pc:spChg chg="mod">
            <ac:chgData name="Oliver Cunliffe" userId="776a771f-d562-4240-85a3-ef29eb7ca182" providerId="ADAL" clId="{FB5E9084-2817-264D-B38A-624A50E4E392}" dt="2024-09-25T15:54:37.148" v="4265"/>
            <ac:spMkLst>
              <pc:docMk/>
              <pc:sldMasterMk cId="1924070894" sldId="2147483672"/>
              <pc:sldLayoutMk cId="2823465985" sldId="2147483677"/>
              <ac:spMk id="5" creationId="{00000000-0000-0000-0000-000000000000}"/>
            </ac:spMkLst>
          </pc:spChg>
          <pc:spChg chg="mod">
            <ac:chgData name="Oliver Cunliffe" userId="776a771f-d562-4240-85a3-ef29eb7ca182" providerId="ADAL" clId="{FB5E9084-2817-264D-B38A-624A50E4E392}" dt="2024-09-25T15:54:37.148" v="4265"/>
            <ac:spMkLst>
              <pc:docMk/>
              <pc:sldMasterMk cId="1924070894" sldId="2147483672"/>
              <pc:sldLayoutMk cId="2823465985" sldId="2147483677"/>
              <ac:spMk id="6" creationId="{00000000-0000-0000-0000-000000000000}"/>
            </ac:spMkLst>
          </pc:spChg>
        </pc:sldLayoutChg>
        <pc:sldLayoutChg chg="modSp">
          <pc:chgData name="Oliver Cunliffe" userId="776a771f-d562-4240-85a3-ef29eb7ca182" providerId="ADAL" clId="{FB5E9084-2817-264D-B38A-624A50E4E392}" dt="2024-09-25T15:54:37.148" v="4265"/>
          <pc:sldLayoutMkLst>
            <pc:docMk/>
            <pc:sldMasterMk cId="1924070894" sldId="2147483672"/>
            <pc:sldLayoutMk cId="1953469853" sldId="2147483680"/>
          </pc:sldLayoutMkLst>
          <pc:spChg chg="mod">
            <ac:chgData name="Oliver Cunliffe" userId="776a771f-d562-4240-85a3-ef29eb7ca182" providerId="ADAL" clId="{FB5E9084-2817-264D-B38A-624A50E4E392}" dt="2024-09-25T15:54:37.148" v="4265"/>
            <ac:spMkLst>
              <pc:docMk/>
              <pc:sldMasterMk cId="1924070894" sldId="2147483672"/>
              <pc:sldLayoutMk cId="1953469853" sldId="2147483680"/>
              <ac:spMk id="2" creationId="{00000000-0000-0000-0000-000000000000}"/>
            </ac:spMkLst>
          </pc:spChg>
          <pc:spChg chg="mod">
            <ac:chgData name="Oliver Cunliffe" userId="776a771f-d562-4240-85a3-ef29eb7ca182" providerId="ADAL" clId="{FB5E9084-2817-264D-B38A-624A50E4E392}" dt="2024-09-25T15:54:37.148" v="4265"/>
            <ac:spMkLst>
              <pc:docMk/>
              <pc:sldMasterMk cId="1924070894" sldId="2147483672"/>
              <pc:sldLayoutMk cId="1953469853" sldId="2147483680"/>
              <ac:spMk id="3" creationId="{00000000-0000-0000-0000-000000000000}"/>
            </ac:spMkLst>
          </pc:spChg>
          <pc:spChg chg="mod">
            <ac:chgData name="Oliver Cunliffe" userId="776a771f-d562-4240-85a3-ef29eb7ca182" providerId="ADAL" clId="{FB5E9084-2817-264D-B38A-624A50E4E392}" dt="2024-09-25T15:54:37.148" v="4265"/>
            <ac:spMkLst>
              <pc:docMk/>
              <pc:sldMasterMk cId="1924070894" sldId="2147483672"/>
              <pc:sldLayoutMk cId="1953469853" sldId="2147483680"/>
              <ac:spMk id="4" creationId="{00000000-0000-0000-0000-000000000000}"/>
            </ac:spMkLst>
          </pc:spChg>
        </pc:sldLayoutChg>
        <pc:sldLayoutChg chg="modSp">
          <pc:chgData name="Oliver Cunliffe" userId="776a771f-d562-4240-85a3-ef29eb7ca182" providerId="ADAL" clId="{FB5E9084-2817-264D-B38A-624A50E4E392}" dt="2024-09-25T15:54:37.148" v="4265"/>
          <pc:sldLayoutMkLst>
            <pc:docMk/>
            <pc:sldMasterMk cId="1924070894" sldId="2147483672"/>
            <pc:sldLayoutMk cId="280240017" sldId="2147483681"/>
          </pc:sldLayoutMkLst>
          <pc:spChg chg="mod">
            <ac:chgData name="Oliver Cunliffe" userId="776a771f-d562-4240-85a3-ef29eb7ca182" providerId="ADAL" clId="{FB5E9084-2817-264D-B38A-624A50E4E392}" dt="2024-09-25T15:54:37.148" v="4265"/>
            <ac:spMkLst>
              <pc:docMk/>
              <pc:sldMasterMk cId="1924070894" sldId="2147483672"/>
              <pc:sldLayoutMk cId="280240017" sldId="2147483681"/>
              <ac:spMk id="2" creationId="{00000000-0000-0000-0000-000000000000}"/>
            </ac:spMkLst>
          </pc:spChg>
          <pc:spChg chg="mod">
            <ac:chgData name="Oliver Cunliffe" userId="776a771f-d562-4240-85a3-ef29eb7ca182" providerId="ADAL" clId="{FB5E9084-2817-264D-B38A-624A50E4E392}" dt="2024-09-25T15:54:37.148" v="4265"/>
            <ac:spMkLst>
              <pc:docMk/>
              <pc:sldMasterMk cId="1924070894" sldId="2147483672"/>
              <pc:sldLayoutMk cId="280240017" sldId="2147483681"/>
              <ac:spMk id="3" creationId="{00000000-0000-0000-0000-000000000000}"/>
            </ac:spMkLst>
          </pc:spChg>
          <pc:spChg chg="mod">
            <ac:chgData name="Oliver Cunliffe" userId="776a771f-d562-4240-85a3-ef29eb7ca182" providerId="ADAL" clId="{FB5E9084-2817-264D-B38A-624A50E4E392}" dt="2024-09-25T15:54:37.148" v="4265"/>
            <ac:spMkLst>
              <pc:docMk/>
              <pc:sldMasterMk cId="1924070894" sldId="2147483672"/>
              <pc:sldLayoutMk cId="280240017" sldId="2147483681"/>
              <ac:spMk id="4" creationId="{00000000-0000-0000-0000-000000000000}"/>
            </ac:spMkLst>
          </pc:spChg>
        </pc:sldLayoutChg>
        <pc:sldLayoutChg chg="modSp">
          <pc:chgData name="Oliver Cunliffe" userId="776a771f-d562-4240-85a3-ef29eb7ca182" providerId="ADAL" clId="{FB5E9084-2817-264D-B38A-624A50E4E392}" dt="2024-09-25T15:54:37.148" v="4265"/>
          <pc:sldLayoutMkLst>
            <pc:docMk/>
            <pc:sldMasterMk cId="1924070894" sldId="2147483672"/>
            <pc:sldLayoutMk cId="3055384394" sldId="2147483683"/>
          </pc:sldLayoutMkLst>
          <pc:spChg chg="mod">
            <ac:chgData name="Oliver Cunliffe" userId="776a771f-d562-4240-85a3-ef29eb7ca182" providerId="ADAL" clId="{FB5E9084-2817-264D-B38A-624A50E4E392}" dt="2024-09-25T15:54:37.148" v="4265"/>
            <ac:spMkLst>
              <pc:docMk/>
              <pc:sldMasterMk cId="1924070894" sldId="2147483672"/>
              <pc:sldLayoutMk cId="3055384394" sldId="2147483683"/>
              <ac:spMk id="2" creationId="{00000000-0000-0000-0000-000000000000}"/>
            </ac:spMkLst>
          </pc:spChg>
          <pc:spChg chg="mod">
            <ac:chgData name="Oliver Cunliffe" userId="776a771f-d562-4240-85a3-ef29eb7ca182" providerId="ADAL" clId="{FB5E9084-2817-264D-B38A-624A50E4E392}" dt="2024-09-25T15:54:37.148" v="4265"/>
            <ac:spMkLst>
              <pc:docMk/>
              <pc:sldMasterMk cId="1924070894" sldId="2147483672"/>
              <pc:sldLayoutMk cId="3055384394" sldId="2147483683"/>
              <ac:spMk id="3" creationId="{00000000-0000-0000-0000-000000000000}"/>
            </ac:spMkLst>
          </pc:spChg>
        </pc:sldLayoutChg>
      </pc:sldMasterChg>
      <pc:sldMasterChg chg="modSp modSldLayout">
        <pc:chgData name="Oliver Cunliffe" userId="776a771f-d562-4240-85a3-ef29eb7ca182" providerId="ADAL" clId="{FB5E9084-2817-264D-B38A-624A50E4E392}" dt="2024-09-27T14:49:47.368" v="4686"/>
        <pc:sldMasterMkLst>
          <pc:docMk/>
          <pc:sldMasterMk cId="2046329113" sldId="2147483684"/>
        </pc:sldMasterMkLst>
        <pc:spChg chg="mod">
          <ac:chgData name="Oliver Cunliffe" userId="776a771f-d562-4240-85a3-ef29eb7ca182" providerId="ADAL" clId="{FB5E9084-2817-264D-B38A-624A50E4E392}" dt="2024-09-27T14:49:47.368" v="4686"/>
          <ac:spMkLst>
            <pc:docMk/>
            <pc:sldMasterMk cId="2046329113" sldId="2147483684"/>
            <ac:spMk id="2" creationId="{00000000-0000-0000-0000-000000000000}"/>
          </ac:spMkLst>
        </pc:spChg>
        <pc:spChg chg="mod">
          <ac:chgData name="Oliver Cunliffe" userId="776a771f-d562-4240-85a3-ef29eb7ca182" providerId="ADAL" clId="{FB5E9084-2817-264D-B38A-624A50E4E392}" dt="2024-09-27T14:49:47.368" v="4686"/>
          <ac:spMkLst>
            <pc:docMk/>
            <pc:sldMasterMk cId="2046329113" sldId="2147483684"/>
            <ac:spMk id="3" creationId="{00000000-0000-0000-0000-000000000000}"/>
          </ac:spMkLst>
        </pc:spChg>
        <pc:spChg chg="mod">
          <ac:chgData name="Oliver Cunliffe" userId="776a771f-d562-4240-85a3-ef29eb7ca182" providerId="ADAL" clId="{FB5E9084-2817-264D-B38A-624A50E4E392}" dt="2024-09-27T14:49:47.368" v="4686"/>
          <ac:spMkLst>
            <pc:docMk/>
            <pc:sldMasterMk cId="2046329113" sldId="2147483684"/>
            <ac:spMk id="4" creationId="{00000000-0000-0000-0000-000000000000}"/>
          </ac:spMkLst>
        </pc:spChg>
        <pc:spChg chg="mod">
          <ac:chgData name="Oliver Cunliffe" userId="776a771f-d562-4240-85a3-ef29eb7ca182" providerId="ADAL" clId="{FB5E9084-2817-264D-B38A-624A50E4E392}" dt="2024-09-27T14:49:47.368" v="4686"/>
          <ac:spMkLst>
            <pc:docMk/>
            <pc:sldMasterMk cId="2046329113" sldId="2147483684"/>
            <ac:spMk id="5" creationId="{00000000-0000-0000-0000-000000000000}"/>
          </ac:spMkLst>
        </pc:spChg>
        <pc:spChg chg="mod">
          <ac:chgData name="Oliver Cunliffe" userId="776a771f-d562-4240-85a3-ef29eb7ca182" providerId="ADAL" clId="{FB5E9084-2817-264D-B38A-624A50E4E392}" dt="2024-09-27T14:49:47.368" v="4686"/>
          <ac:spMkLst>
            <pc:docMk/>
            <pc:sldMasterMk cId="2046329113" sldId="2147483684"/>
            <ac:spMk id="6" creationId="{00000000-0000-0000-0000-000000000000}"/>
          </ac:spMkLst>
        </pc:spChg>
        <pc:sldLayoutChg chg="modSp">
          <pc:chgData name="Oliver Cunliffe" userId="776a771f-d562-4240-85a3-ef29eb7ca182" providerId="ADAL" clId="{FB5E9084-2817-264D-B38A-624A50E4E392}" dt="2024-09-27T14:49:47.368" v="4686"/>
          <pc:sldLayoutMkLst>
            <pc:docMk/>
            <pc:sldMasterMk cId="2046329113" sldId="2147483684"/>
            <pc:sldLayoutMk cId="1408644287" sldId="2147483685"/>
          </pc:sldLayoutMkLst>
          <pc:spChg chg="mod">
            <ac:chgData name="Oliver Cunliffe" userId="776a771f-d562-4240-85a3-ef29eb7ca182" providerId="ADAL" clId="{FB5E9084-2817-264D-B38A-624A50E4E392}" dt="2024-09-27T14:49:47.368" v="4686"/>
            <ac:spMkLst>
              <pc:docMk/>
              <pc:sldMasterMk cId="2046329113" sldId="2147483684"/>
              <pc:sldLayoutMk cId="1408644287" sldId="2147483685"/>
              <ac:spMk id="2" creationId="{00000000-0000-0000-0000-000000000000}"/>
            </ac:spMkLst>
          </pc:spChg>
          <pc:spChg chg="mod">
            <ac:chgData name="Oliver Cunliffe" userId="776a771f-d562-4240-85a3-ef29eb7ca182" providerId="ADAL" clId="{FB5E9084-2817-264D-B38A-624A50E4E392}" dt="2024-09-27T14:49:47.368" v="4686"/>
            <ac:spMkLst>
              <pc:docMk/>
              <pc:sldMasterMk cId="2046329113" sldId="2147483684"/>
              <pc:sldLayoutMk cId="1408644287" sldId="2147483685"/>
              <ac:spMk id="3" creationId="{00000000-0000-0000-0000-000000000000}"/>
            </ac:spMkLst>
          </pc:spChg>
        </pc:sldLayoutChg>
        <pc:sldLayoutChg chg="modSp">
          <pc:chgData name="Oliver Cunliffe" userId="776a771f-d562-4240-85a3-ef29eb7ca182" providerId="ADAL" clId="{FB5E9084-2817-264D-B38A-624A50E4E392}" dt="2024-09-27T14:49:47.368" v="4686"/>
          <pc:sldLayoutMkLst>
            <pc:docMk/>
            <pc:sldMasterMk cId="2046329113" sldId="2147483684"/>
            <pc:sldLayoutMk cId="6935817" sldId="2147483687"/>
          </pc:sldLayoutMkLst>
          <pc:spChg chg="mod">
            <ac:chgData name="Oliver Cunliffe" userId="776a771f-d562-4240-85a3-ef29eb7ca182" providerId="ADAL" clId="{FB5E9084-2817-264D-B38A-624A50E4E392}" dt="2024-09-27T14:49:47.368" v="4686"/>
            <ac:spMkLst>
              <pc:docMk/>
              <pc:sldMasterMk cId="2046329113" sldId="2147483684"/>
              <pc:sldLayoutMk cId="6935817" sldId="2147483687"/>
              <ac:spMk id="2" creationId="{00000000-0000-0000-0000-000000000000}"/>
            </ac:spMkLst>
          </pc:spChg>
          <pc:spChg chg="mod">
            <ac:chgData name="Oliver Cunliffe" userId="776a771f-d562-4240-85a3-ef29eb7ca182" providerId="ADAL" clId="{FB5E9084-2817-264D-B38A-624A50E4E392}" dt="2024-09-27T14:49:47.368" v="4686"/>
            <ac:spMkLst>
              <pc:docMk/>
              <pc:sldMasterMk cId="2046329113" sldId="2147483684"/>
              <pc:sldLayoutMk cId="6935817" sldId="2147483687"/>
              <ac:spMk id="3" creationId="{00000000-0000-0000-0000-000000000000}"/>
            </ac:spMkLst>
          </pc:spChg>
        </pc:sldLayoutChg>
        <pc:sldLayoutChg chg="modSp">
          <pc:chgData name="Oliver Cunliffe" userId="776a771f-d562-4240-85a3-ef29eb7ca182" providerId="ADAL" clId="{FB5E9084-2817-264D-B38A-624A50E4E392}" dt="2024-09-27T14:49:47.368" v="4686"/>
          <pc:sldLayoutMkLst>
            <pc:docMk/>
            <pc:sldMasterMk cId="2046329113" sldId="2147483684"/>
            <pc:sldLayoutMk cId="1152716311" sldId="2147483688"/>
          </pc:sldLayoutMkLst>
          <pc:spChg chg="mod">
            <ac:chgData name="Oliver Cunliffe" userId="776a771f-d562-4240-85a3-ef29eb7ca182" providerId="ADAL" clId="{FB5E9084-2817-264D-B38A-624A50E4E392}" dt="2024-09-27T14:49:47.368" v="4686"/>
            <ac:spMkLst>
              <pc:docMk/>
              <pc:sldMasterMk cId="2046329113" sldId="2147483684"/>
              <pc:sldLayoutMk cId="1152716311" sldId="2147483688"/>
              <ac:spMk id="3" creationId="{00000000-0000-0000-0000-000000000000}"/>
            </ac:spMkLst>
          </pc:spChg>
          <pc:spChg chg="mod">
            <ac:chgData name="Oliver Cunliffe" userId="776a771f-d562-4240-85a3-ef29eb7ca182" providerId="ADAL" clId="{FB5E9084-2817-264D-B38A-624A50E4E392}" dt="2024-09-27T14:49:47.368" v="4686"/>
            <ac:spMkLst>
              <pc:docMk/>
              <pc:sldMasterMk cId="2046329113" sldId="2147483684"/>
              <pc:sldLayoutMk cId="1152716311" sldId="2147483688"/>
              <ac:spMk id="4" creationId="{00000000-0000-0000-0000-000000000000}"/>
            </ac:spMkLst>
          </pc:spChg>
        </pc:sldLayoutChg>
        <pc:sldLayoutChg chg="modSp">
          <pc:chgData name="Oliver Cunliffe" userId="776a771f-d562-4240-85a3-ef29eb7ca182" providerId="ADAL" clId="{FB5E9084-2817-264D-B38A-624A50E4E392}" dt="2024-09-27T14:49:47.368" v="4686"/>
          <pc:sldLayoutMkLst>
            <pc:docMk/>
            <pc:sldMasterMk cId="2046329113" sldId="2147483684"/>
            <pc:sldLayoutMk cId="2567517698" sldId="2147483689"/>
          </pc:sldLayoutMkLst>
          <pc:spChg chg="mod">
            <ac:chgData name="Oliver Cunliffe" userId="776a771f-d562-4240-85a3-ef29eb7ca182" providerId="ADAL" clId="{FB5E9084-2817-264D-B38A-624A50E4E392}" dt="2024-09-27T14:49:47.368" v="4686"/>
            <ac:spMkLst>
              <pc:docMk/>
              <pc:sldMasterMk cId="2046329113" sldId="2147483684"/>
              <pc:sldLayoutMk cId="2567517698" sldId="2147483689"/>
              <ac:spMk id="2" creationId="{00000000-0000-0000-0000-000000000000}"/>
            </ac:spMkLst>
          </pc:spChg>
          <pc:spChg chg="mod">
            <ac:chgData name="Oliver Cunliffe" userId="776a771f-d562-4240-85a3-ef29eb7ca182" providerId="ADAL" clId="{FB5E9084-2817-264D-B38A-624A50E4E392}" dt="2024-09-27T14:49:47.368" v="4686"/>
            <ac:spMkLst>
              <pc:docMk/>
              <pc:sldMasterMk cId="2046329113" sldId="2147483684"/>
              <pc:sldLayoutMk cId="2567517698" sldId="2147483689"/>
              <ac:spMk id="3" creationId="{00000000-0000-0000-0000-000000000000}"/>
            </ac:spMkLst>
          </pc:spChg>
          <pc:spChg chg="mod">
            <ac:chgData name="Oliver Cunliffe" userId="776a771f-d562-4240-85a3-ef29eb7ca182" providerId="ADAL" clId="{FB5E9084-2817-264D-B38A-624A50E4E392}" dt="2024-09-27T14:49:47.368" v="4686"/>
            <ac:spMkLst>
              <pc:docMk/>
              <pc:sldMasterMk cId="2046329113" sldId="2147483684"/>
              <pc:sldLayoutMk cId="2567517698" sldId="2147483689"/>
              <ac:spMk id="4" creationId="{00000000-0000-0000-0000-000000000000}"/>
            </ac:spMkLst>
          </pc:spChg>
          <pc:spChg chg="mod">
            <ac:chgData name="Oliver Cunliffe" userId="776a771f-d562-4240-85a3-ef29eb7ca182" providerId="ADAL" clId="{FB5E9084-2817-264D-B38A-624A50E4E392}" dt="2024-09-27T14:49:47.368" v="4686"/>
            <ac:spMkLst>
              <pc:docMk/>
              <pc:sldMasterMk cId="2046329113" sldId="2147483684"/>
              <pc:sldLayoutMk cId="2567517698" sldId="2147483689"/>
              <ac:spMk id="5" creationId="{00000000-0000-0000-0000-000000000000}"/>
            </ac:spMkLst>
          </pc:spChg>
          <pc:spChg chg="mod">
            <ac:chgData name="Oliver Cunliffe" userId="776a771f-d562-4240-85a3-ef29eb7ca182" providerId="ADAL" clId="{FB5E9084-2817-264D-B38A-624A50E4E392}" dt="2024-09-27T14:49:47.368" v="4686"/>
            <ac:spMkLst>
              <pc:docMk/>
              <pc:sldMasterMk cId="2046329113" sldId="2147483684"/>
              <pc:sldLayoutMk cId="2567517698" sldId="2147483689"/>
              <ac:spMk id="6" creationId="{00000000-0000-0000-0000-000000000000}"/>
            </ac:spMkLst>
          </pc:spChg>
        </pc:sldLayoutChg>
        <pc:sldLayoutChg chg="modSp">
          <pc:chgData name="Oliver Cunliffe" userId="776a771f-d562-4240-85a3-ef29eb7ca182" providerId="ADAL" clId="{FB5E9084-2817-264D-B38A-624A50E4E392}" dt="2024-09-27T14:49:47.368" v="4686"/>
          <pc:sldLayoutMkLst>
            <pc:docMk/>
            <pc:sldMasterMk cId="2046329113" sldId="2147483684"/>
            <pc:sldLayoutMk cId="2786383962" sldId="2147483692"/>
          </pc:sldLayoutMkLst>
          <pc:spChg chg="mod">
            <ac:chgData name="Oliver Cunliffe" userId="776a771f-d562-4240-85a3-ef29eb7ca182" providerId="ADAL" clId="{FB5E9084-2817-264D-B38A-624A50E4E392}" dt="2024-09-27T14:49:47.368" v="4686"/>
            <ac:spMkLst>
              <pc:docMk/>
              <pc:sldMasterMk cId="2046329113" sldId="2147483684"/>
              <pc:sldLayoutMk cId="2786383962" sldId="2147483692"/>
              <ac:spMk id="2" creationId="{00000000-0000-0000-0000-000000000000}"/>
            </ac:spMkLst>
          </pc:spChg>
          <pc:spChg chg="mod">
            <ac:chgData name="Oliver Cunliffe" userId="776a771f-d562-4240-85a3-ef29eb7ca182" providerId="ADAL" clId="{FB5E9084-2817-264D-B38A-624A50E4E392}" dt="2024-09-27T14:49:47.368" v="4686"/>
            <ac:spMkLst>
              <pc:docMk/>
              <pc:sldMasterMk cId="2046329113" sldId="2147483684"/>
              <pc:sldLayoutMk cId="2786383962" sldId="2147483692"/>
              <ac:spMk id="3" creationId="{00000000-0000-0000-0000-000000000000}"/>
            </ac:spMkLst>
          </pc:spChg>
          <pc:spChg chg="mod">
            <ac:chgData name="Oliver Cunliffe" userId="776a771f-d562-4240-85a3-ef29eb7ca182" providerId="ADAL" clId="{FB5E9084-2817-264D-B38A-624A50E4E392}" dt="2024-09-27T14:49:47.368" v="4686"/>
            <ac:spMkLst>
              <pc:docMk/>
              <pc:sldMasterMk cId="2046329113" sldId="2147483684"/>
              <pc:sldLayoutMk cId="2786383962" sldId="2147483692"/>
              <ac:spMk id="4" creationId="{00000000-0000-0000-0000-000000000000}"/>
            </ac:spMkLst>
          </pc:spChg>
        </pc:sldLayoutChg>
        <pc:sldLayoutChg chg="modSp">
          <pc:chgData name="Oliver Cunliffe" userId="776a771f-d562-4240-85a3-ef29eb7ca182" providerId="ADAL" clId="{FB5E9084-2817-264D-B38A-624A50E4E392}" dt="2024-09-27T14:49:47.368" v="4686"/>
          <pc:sldLayoutMkLst>
            <pc:docMk/>
            <pc:sldMasterMk cId="2046329113" sldId="2147483684"/>
            <pc:sldLayoutMk cId="1655079177" sldId="2147483693"/>
          </pc:sldLayoutMkLst>
          <pc:spChg chg="mod">
            <ac:chgData name="Oliver Cunliffe" userId="776a771f-d562-4240-85a3-ef29eb7ca182" providerId="ADAL" clId="{FB5E9084-2817-264D-B38A-624A50E4E392}" dt="2024-09-27T14:49:47.368" v="4686"/>
            <ac:spMkLst>
              <pc:docMk/>
              <pc:sldMasterMk cId="2046329113" sldId="2147483684"/>
              <pc:sldLayoutMk cId="1655079177" sldId="2147483693"/>
              <ac:spMk id="2" creationId="{00000000-0000-0000-0000-000000000000}"/>
            </ac:spMkLst>
          </pc:spChg>
          <pc:spChg chg="mod">
            <ac:chgData name="Oliver Cunliffe" userId="776a771f-d562-4240-85a3-ef29eb7ca182" providerId="ADAL" clId="{FB5E9084-2817-264D-B38A-624A50E4E392}" dt="2024-09-27T14:49:47.368" v="4686"/>
            <ac:spMkLst>
              <pc:docMk/>
              <pc:sldMasterMk cId="2046329113" sldId="2147483684"/>
              <pc:sldLayoutMk cId="1655079177" sldId="2147483693"/>
              <ac:spMk id="3" creationId="{00000000-0000-0000-0000-000000000000}"/>
            </ac:spMkLst>
          </pc:spChg>
          <pc:spChg chg="mod">
            <ac:chgData name="Oliver Cunliffe" userId="776a771f-d562-4240-85a3-ef29eb7ca182" providerId="ADAL" clId="{FB5E9084-2817-264D-B38A-624A50E4E392}" dt="2024-09-27T14:49:47.368" v="4686"/>
            <ac:spMkLst>
              <pc:docMk/>
              <pc:sldMasterMk cId="2046329113" sldId="2147483684"/>
              <pc:sldLayoutMk cId="1655079177" sldId="2147483693"/>
              <ac:spMk id="4" creationId="{00000000-0000-0000-0000-000000000000}"/>
            </ac:spMkLst>
          </pc:spChg>
        </pc:sldLayoutChg>
        <pc:sldLayoutChg chg="modSp">
          <pc:chgData name="Oliver Cunliffe" userId="776a771f-d562-4240-85a3-ef29eb7ca182" providerId="ADAL" clId="{FB5E9084-2817-264D-B38A-624A50E4E392}" dt="2024-09-27T14:49:47.368" v="4686"/>
          <pc:sldLayoutMkLst>
            <pc:docMk/>
            <pc:sldMasterMk cId="2046329113" sldId="2147483684"/>
            <pc:sldLayoutMk cId="3915522027" sldId="2147483695"/>
          </pc:sldLayoutMkLst>
          <pc:spChg chg="mod">
            <ac:chgData name="Oliver Cunliffe" userId="776a771f-d562-4240-85a3-ef29eb7ca182" providerId="ADAL" clId="{FB5E9084-2817-264D-B38A-624A50E4E392}" dt="2024-09-27T14:49:47.368" v="4686"/>
            <ac:spMkLst>
              <pc:docMk/>
              <pc:sldMasterMk cId="2046329113" sldId="2147483684"/>
              <pc:sldLayoutMk cId="3915522027" sldId="2147483695"/>
              <ac:spMk id="2" creationId="{00000000-0000-0000-0000-000000000000}"/>
            </ac:spMkLst>
          </pc:spChg>
          <pc:spChg chg="mod">
            <ac:chgData name="Oliver Cunliffe" userId="776a771f-d562-4240-85a3-ef29eb7ca182" providerId="ADAL" clId="{FB5E9084-2817-264D-B38A-624A50E4E392}" dt="2024-09-27T14:49:47.368" v="4686"/>
            <ac:spMkLst>
              <pc:docMk/>
              <pc:sldMasterMk cId="2046329113" sldId="2147483684"/>
              <pc:sldLayoutMk cId="3915522027" sldId="2147483695"/>
              <ac:spMk id="3" creationId="{00000000-0000-0000-0000-000000000000}"/>
            </ac:spMkLst>
          </pc:spChg>
        </pc:sldLayoutChg>
      </pc:sldMasterChg>
    </pc:docChg>
  </pc:docChgLst>
  <pc:docChgLst>
    <pc:chgData name="Dani Dennison" userId="S::dennison@adobe.com::983277cb-bafd-46d8-a490-60f1f888cb76" providerId="AD" clId="Web-{8931A3A4-D177-5B33-ABFC-AB1887D6E11B}"/>
    <pc:docChg chg="modSld">
      <pc:chgData name="Dani Dennison" userId="S::dennison@adobe.com::983277cb-bafd-46d8-a490-60f1f888cb76" providerId="AD" clId="Web-{8931A3A4-D177-5B33-ABFC-AB1887D6E11B}" dt="2024-10-09T08:41:37.721" v="8"/>
      <pc:docMkLst>
        <pc:docMk/>
      </pc:docMkLst>
      <pc:sldChg chg="modSp">
        <pc:chgData name="Dani Dennison" userId="S::dennison@adobe.com::983277cb-bafd-46d8-a490-60f1f888cb76" providerId="AD" clId="Web-{8931A3A4-D177-5B33-ABFC-AB1887D6E11B}" dt="2024-10-09T08:41:37.721" v="8"/>
        <pc:sldMkLst>
          <pc:docMk/>
          <pc:sldMk cId="3418257690" sldId="257"/>
        </pc:sldMkLst>
        <pc:graphicFrameChg chg="mod modGraphic">
          <ac:chgData name="Dani Dennison" userId="S::dennison@adobe.com::983277cb-bafd-46d8-a490-60f1f888cb76" providerId="AD" clId="Web-{8931A3A4-D177-5B33-ABFC-AB1887D6E11B}" dt="2024-10-09T08:41:37.721" v="8"/>
          <ac:graphicFrameMkLst>
            <pc:docMk/>
            <pc:sldMk cId="3418257690" sldId="257"/>
            <ac:graphicFrameMk id="14" creationId="{B2D74513-C1A7-C2DD-2894-972229933D4F}"/>
          </ac:graphicFrameMkLst>
        </pc:graphicFrameChg>
      </pc:sldChg>
    </pc:docChg>
  </pc:docChgLst>
  <pc:docChgLst>
    <pc:chgData name="Conor Tiernan" userId="4022eeef-9b2a-4e19-947e-4d1cead3215f" providerId="ADAL" clId="{51D72056-37D4-41A4-BB4F-1365B0FB79C3}"/>
    <pc:docChg chg="undo custSel modSld">
      <pc:chgData name="Conor Tiernan" userId="4022eeef-9b2a-4e19-947e-4d1cead3215f" providerId="ADAL" clId="{51D72056-37D4-41A4-BB4F-1365B0FB79C3}" dt="2024-10-09T08:52:47.769" v="17" actId="14100"/>
      <pc:docMkLst>
        <pc:docMk/>
      </pc:docMkLst>
      <pc:sldChg chg="addSp delSp modSp mod">
        <pc:chgData name="Conor Tiernan" userId="4022eeef-9b2a-4e19-947e-4d1cead3215f" providerId="ADAL" clId="{51D72056-37D4-41A4-BB4F-1365B0FB79C3}" dt="2024-10-09T08:52:47.769" v="17" actId="14100"/>
        <pc:sldMkLst>
          <pc:docMk/>
          <pc:sldMk cId="3418257690" sldId="257"/>
        </pc:sldMkLst>
        <pc:picChg chg="add del mod">
          <ac:chgData name="Conor Tiernan" userId="4022eeef-9b2a-4e19-947e-4d1cead3215f" providerId="ADAL" clId="{51D72056-37D4-41A4-BB4F-1365B0FB79C3}" dt="2024-10-09T08:50:12.855" v="3" actId="478"/>
          <ac:picMkLst>
            <pc:docMk/>
            <pc:sldMk cId="3418257690" sldId="257"/>
            <ac:picMk id="24" creationId="{23F599E4-48D3-C087-9636-B7A205EAB326}"/>
          </ac:picMkLst>
        </pc:picChg>
        <pc:picChg chg="add del mod">
          <ac:chgData name="Conor Tiernan" userId="4022eeef-9b2a-4e19-947e-4d1cead3215f" providerId="ADAL" clId="{51D72056-37D4-41A4-BB4F-1365B0FB79C3}" dt="2024-10-09T08:50:12.855" v="3" actId="478"/>
          <ac:picMkLst>
            <pc:docMk/>
            <pc:sldMk cId="3418257690" sldId="257"/>
            <ac:picMk id="41" creationId="{96061AA5-2587-1011-87E3-CAD1089AEAB7}"/>
          </ac:picMkLst>
        </pc:picChg>
        <pc:picChg chg="add mod ord">
          <ac:chgData name="Conor Tiernan" userId="4022eeef-9b2a-4e19-947e-4d1cead3215f" providerId="ADAL" clId="{51D72056-37D4-41A4-BB4F-1365B0FB79C3}" dt="2024-10-09T08:52:47.769" v="17" actId="14100"/>
          <ac:picMkLst>
            <pc:docMk/>
            <pc:sldMk cId="3418257690" sldId="257"/>
            <ac:picMk id="43" creationId="{768319E9-9007-1CCC-33CD-ECEA25F2FEB7}"/>
          </ac:picMkLst>
        </pc:picChg>
      </pc:sldChg>
    </pc:docChg>
  </pc:docChgLst>
  <pc:docChgLst>
    <pc:chgData name="Dani Dennison" userId="983277cb-bafd-46d8-a490-60f1f888cb76" providerId="ADAL" clId="{122EB6D4-2E30-4B58-96B4-9748CDB925DE}"/>
    <pc:docChg chg="undo custSel modSld">
      <pc:chgData name="Dani Dennison" userId="983277cb-bafd-46d8-a490-60f1f888cb76" providerId="ADAL" clId="{122EB6D4-2E30-4B58-96B4-9748CDB925DE}" dt="2024-10-02T16:07:22.880" v="1809" actId="20577"/>
      <pc:docMkLst>
        <pc:docMk/>
      </pc:docMkLst>
      <pc:sldChg chg="modSp mod">
        <pc:chgData name="Dani Dennison" userId="983277cb-bafd-46d8-a490-60f1f888cb76" providerId="ADAL" clId="{122EB6D4-2E30-4B58-96B4-9748CDB925DE}" dt="2024-09-25T13:19:56.619" v="110" actId="20577"/>
        <pc:sldMkLst>
          <pc:docMk/>
          <pc:sldMk cId="4204187513" sldId="256"/>
        </pc:sldMkLst>
        <pc:graphicFrameChg chg="modGraphic">
          <ac:chgData name="Dani Dennison" userId="983277cb-bafd-46d8-a490-60f1f888cb76" providerId="ADAL" clId="{122EB6D4-2E30-4B58-96B4-9748CDB925DE}" dt="2024-09-25T13:19:56.619" v="110" actId="20577"/>
          <ac:graphicFrameMkLst>
            <pc:docMk/>
            <pc:sldMk cId="4204187513" sldId="256"/>
            <ac:graphicFrameMk id="14" creationId="{6C918B7D-E1B0-C83B-8AE9-D3D52CCBB014}"/>
          </ac:graphicFrameMkLst>
        </pc:graphicFrameChg>
      </pc:sldChg>
      <pc:sldChg chg="delSp modSp mod">
        <pc:chgData name="Dani Dennison" userId="983277cb-bafd-46d8-a490-60f1f888cb76" providerId="ADAL" clId="{122EB6D4-2E30-4B58-96B4-9748CDB925DE}" dt="2024-10-02T16:07:22.880" v="1809" actId="20577"/>
        <pc:sldMkLst>
          <pc:docMk/>
          <pc:sldMk cId="3418257690" sldId="257"/>
        </pc:sldMkLst>
        <pc:spChg chg="del mod">
          <ac:chgData name="Dani Dennison" userId="983277cb-bafd-46d8-a490-60f1f888cb76" providerId="ADAL" clId="{122EB6D4-2E30-4B58-96B4-9748CDB925DE}" dt="2024-10-02T09:47:15.368" v="333" actId="478"/>
          <ac:spMkLst>
            <pc:docMk/>
            <pc:sldMk cId="3418257690" sldId="257"/>
            <ac:spMk id="24" creationId="{D3070111-975C-94E5-AAD3-01382E597F74}"/>
          </ac:spMkLst>
        </pc:spChg>
        <pc:graphicFrameChg chg="mod modGraphic">
          <ac:chgData name="Dani Dennison" userId="983277cb-bafd-46d8-a490-60f1f888cb76" providerId="ADAL" clId="{122EB6D4-2E30-4B58-96B4-9748CDB925DE}" dt="2024-10-02T16:07:22.880" v="1809" actId="20577"/>
          <ac:graphicFrameMkLst>
            <pc:docMk/>
            <pc:sldMk cId="3418257690" sldId="257"/>
            <ac:graphicFrameMk id="14" creationId="{B2D74513-C1A7-C2DD-2894-972229933D4F}"/>
          </ac:graphicFrameMkLst>
        </pc:graphicFrameChg>
      </pc:sldChg>
    </pc:docChg>
  </pc:docChgLst>
  <pc:docChgLst>
    <pc:chgData name="Dani Dennison" userId="S::dennison@adobe.com::983277cb-bafd-46d8-a490-60f1f888cb76" providerId="AD" clId="Web-{C0AD6956-1B27-0C29-5D5C-0910663B56C3}"/>
    <pc:docChg chg="modSld">
      <pc:chgData name="Dani Dennison" userId="S::dennison@adobe.com::983277cb-bafd-46d8-a490-60f1f888cb76" providerId="AD" clId="Web-{C0AD6956-1B27-0C29-5D5C-0910663B56C3}" dt="2024-10-01T13:27:45.175" v="5"/>
      <pc:docMkLst>
        <pc:docMk/>
      </pc:docMkLst>
      <pc:sldChg chg="modSp">
        <pc:chgData name="Dani Dennison" userId="S::dennison@adobe.com::983277cb-bafd-46d8-a490-60f1f888cb76" providerId="AD" clId="Web-{C0AD6956-1B27-0C29-5D5C-0910663B56C3}" dt="2024-10-01T13:27:45.175" v="5"/>
        <pc:sldMkLst>
          <pc:docMk/>
          <pc:sldMk cId="3418257690" sldId="257"/>
        </pc:sldMkLst>
        <pc:graphicFrameChg chg="mod modGraphic">
          <ac:chgData name="Dani Dennison" userId="S::dennison@adobe.com::983277cb-bafd-46d8-a490-60f1f888cb76" providerId="AD" clId="Web-{C0AD6956-1B27-0C29-5D5C-0910663B56C3}" dt="2024-10-01T13:27:45.175" v="5"/>
          <ac:graphicFrameMkLst>
            <pc:docMk/>
            <pc:sldMk cId="3418257690" sldId="257"/>
            <ac:graphicFrameMk id="14" creationId="{B2D74513-C1A7-C2DD-2894-972229933D4F}"/>
          </ac:graphicFrameMkLst>
        </pc:graphicFrameChg>
      </pc:sldChg>
    </pc:docChg>
  </pc:docChgLst>
</pc:chgInfo>
</file>

<file path=ppt/comments/modernComment_101_CBBE791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013952A-0C1E-A145-8DE3-85A10EA52DFD}" authorId="{6197855F-D034-899F-54AB-6286D54721C7}" status="resolved" created="2024-10-01T13:30:04.561" complete="100000">
    <pc:sldMkLst xmlns:pc="http://schemas.microsoft.com/office/powerpoint/2013/main/command">
      <pc:docMk/>
      <pc:sldMk cId="3418257690" sldId="257"/>
    </pc:sldMkLst>
    <p188:txBody>
      <a:bodyPr/>
      <a:lstStyle/>
      <a:p>
        <a:r>
          <a:rPr lang="en-GB"/>
          <a:t>1. Add tex next to icons
2. Adobe/Admiral logos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3179F7-FA72-C249-B047-CAA8F5ADE854}" type="datetimeFigureOut">
              <a:rPr lang="en-GB" smtClean="0"/>
              <a:t>09/10/2024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4600" y="1143000"/>
            <a:ext cx="4368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20B1C0-0047-CB47-9C5E-C3247CF955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492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817270" rtl="0" eaLnBrk="1" latinLnBrk="0" hangingPunct="1">
      <a:defRPr sz="3698" kern="1200">
        <a:solidFill>
          <a:schemeClr val="tx1"/>
        </a:solidFill>
        <a:latin typeface="+mn-lt"/>
        <a:ea typeface="+mn-ea"/>
        <a:cs typeface="+mn-cs"/>
      </a:defRPr>
    </a:lvl1pPr>
    <a:lvl2pPr marL="1408634" algn="l" defTabSz="2817270" rtl="0" eaLnBrk="1" latinLnBrk="0" hangingPunct="1">
      <a:defRPr sz="3698" kern="1200">
        <a:solidFill>
          <a:schemeClr val="tx1"/>
        </a:solidFill>
        <a:latin typeface="+mn-lt"/>
        <a:ea typeface="+mn-ea"/>
        <a:cs typeface="+mn-cs"/>
      </a:defRPr>
    </a:lvl2pPr>
    <a:lvl3pPr marL="2817270" algn="l" defTabSz="2817270" rtl="0" eaLnBrk="1" latinLnBrk="0" hangingPunct="1">
      <a:defRPr sz="3698" kern="1200">
        <a:solidFill>
          <a:schemeClr val="tx1"/>
        </a:solidFill>
        <a:latin typeface="+mn-lt"/>
        <a:ea typeface="+mn-ea"/>
        <a:cs typeface="+mn-cs"/>
      </a:defRPr>
    </a:lvl3pPr>
    <a:lvl4pPr marL="4225903" algn="l" defTabSz="2817270" rtl="0" eaLnBrk="1" latinLnBrk="0" hangingPunct="1">
      <a:defRPr sz="3698" kern="1200">
        <a:solidFill>
          <a:schemeClr val="tx1"/>
        </a:solidFill>
        <a:latin typeface="+mn-lt"/>
        <a:ea typeface="+mn-ea"/>
        <a:cs typeface="+mn-cs"/>
      </a:defRPr>
    </a:lvl4pPr>
    <a:lvl5pPr marL="5634538" algn="l" defTabSz="2817270" rtl="0" eaLnBrk="1" latinLnBrk="0" hangingPunct="1">
      <a:defRPr sz="3698" kern="1200">
        <a:solidFill>
          <a:schemeClr val="tx1"/>
        </a:solidFill>
        <a:latin typeface="+mn-lt"/>
        <a:ea typeface="+mn-ea"/>
        <a:cs typeface="+mn-cs"/>
      </a:defRPr>
    </a:lvl5pPr>
    <a:lvl6pPr marL="7043173" algn="l" defTabSz="2817270" rtl="0" eaLnBrk="1" latinLnBrk="0" hangingPunct="1">
      <a:defRPr sz="3698" kern="1200">
        <a:solidFill>
          <a:schemeClr val="tx1"/>
        </a:solidFill>
        <a:latin typeface="+mn-lt"/>
        <a:ea typeface="+mn-ea"/>
        <a:cs typeface="+mn-cs"/>
      </a:defRPr>
    </a:lvl6pPr>
    <a:lvl7pPr marL="8451808" algn="l" defTabSz="2817270" rtl="0" eaLnBrk="1" latinLnBrk="0" hangingPunct="1">
      <a:defRPr sz="3698" kern="1200">
        <a:solidFill>
          <a:schemeClr val="tx1"/>
        </a:solidFill>
        <a:latin typeface="+mn-lt"/>
        <a:ea typeface="+mn-ea"/>
        <a:cs typeface="+mn-cs"/>
      </a:defRPr>
    </a:lvl7pPr>
    <a:lvl8pPr marL="9860444" algn="l" defTabSz="2817270" rtl="0" eaLnBrk="1" latinLnBrk="0" hangingPunct="1">
      <a:defRPr sz="3698" kern="1200">
        <a:solidFill>
          <a:schemeClr val="tx1"/>
        </a:solidFill>
        <a:latin typeface="+mn-lt"/>
        <a:ea typeface="+mn-ea"/>
        <a:cs typeface="+mn-cs"/>
      </a:defRPr>
    </a:lvl8pPr>
    <a:lvl9pPr marL="11269078" algn="l" defTabSz="2817270" rtl="0" eaLnBrk="1" latinLnBrk="0" hangingPunct="1">
      <a:defRPr sz="369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EBA51-C6BC-8509-E41F-D418562C3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E694AF-59FC-08AF-7BBE-F31AEBA244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44600" y="1143000"/>
            <a:ext cx="43688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067ABE-DB98-CE9A-2C09-206108C373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76DD79-113A-4857-F078-62ECB90FE5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20B1C0-0047-CB47-9C5E-C3247CF955FD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5646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3499590"/>
            <a:ext cx="25733931" cy="7444669"/>
          </a:xfrm>
        </p:spPr>
        <p:txBody>
          <a:bodyPr anchor="b"/>
          <a:lstStyle>
            <a:lvl1pPr algn="ctr">
              <a:defRPr sz="18709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11231355"/>
            <a:ext cx="22706410" cy="5162758"/>
          </a:xfrm>
        </p:spPr>
        <p:txBody>
          <a:bodyPr/>
          <a:lstStyle>
            <a:lvl1pPr marL="0" indent="0" algn="ctr">
              <a:buNone/>
              <a:defRPr sz="7483"/>
            </a:lvl1pPr>
            <a:lvl2pPr marL="1425595" indent="0" algn="ctr">
              <a:buNone/>
              <a:defRPr sz="6236"/>
            </a:lvl2pPr>
            <a:lvl3pPr marL="2851191" indent="0" algn="ctr">
              <a:buNone/>
              <a:defRPr sz="5613"/>
            </a:lvl3pPr>
            <a:lvl4pPr marL="4276786" indent="0" algn="ctr">
              <a:buNone/>
              <a:defRPr sz="4989"/>
            </a:lvl4pPr>
            <a:lvl5pPr marL="5702381" indent="0" algn="ctr">
              <a:buNone/>
              <a:defRPr sz="4989"/>
            </a:lvl5pPr>
            <a:lvl6pPr marL="7127977" indent="0" algn="ctr">
              <a:buNone/>
              <a:defRPr sz="4989"/>
            </a:lvl6pPr>
            <a:lvl7pPr marL="8553572" indent="0" algn="ctr">
              <a:buNone/>
              <a:defRPr sz="4989"/>
            </a:lvl7pPr>
            <a:lvl8pPr marL="9979167" indent="0" algn="ctr">
              <a:buNone/>
              <a:defRPr sz="4989"/>
            </a:lvl8pPr>
            <a:lvl9pPr marL="11404763" indent="0" algn="ctr">
              <a:buNone/>
              <a:defRPr sz="4989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1A487-4CE7-0E4A-9AF5-5E05406FC879}" type="datetimeFigureOut">
              <a:rPr lang="en-GB" smtClean="0"/>
              <a:t>09/10/2024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CBFC7-2532-124B-A543-892C702CC6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3555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1A487-4CE7-0E4A-9AF5-5E05406FC879}" type="datetimeFigureOut">
              <a:rPr lang="en-GB" smtClean="0"/>
              <a:t>09/10/2024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CBFC7-2532-124B-A543-892C702CC6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6670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5331063"/>
            <a:ext cx="26112371" cy="8894992"/>
          </a:xfrm>
        </p:spPr>
        <p:txBody>
          <a:bodyPr anchor="b"/>
          <a:lstStyle>
            <a:lvl1pPr>
              <a:defRPr sz="18709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14310205"/>
            <a:ext cx="26112371" cy="4677666"/>
          </a:xfrm>
        </p:spPr>
        <p:txBody>
          <a:bodyPr/>
          <a:lstStyle>
            <a:lvl1pPr marL="0" indent="0">
              <a:buNone/>
              <a:defRPr sz="7483">
                <a:solidFill>
                  <a:schemeClr val="tx1">
                    <a:tint val="82000"/>
                  </a:schemeClr>
                </a:solidFill>
              </a:defRPr>
            </a:lvl1pPr>
            <a:lvl2pPr marL="1425595" indent="0">
              <a:buNone/>
              <a:defRPr sz="6236">
                <a:solidFill>
                  <a:schemeClr val="tx1">
                    <a:tint val="82000"/>
                  </a:schemeClr>
                </a:solidFill>
              </a:defRPr>
            </a:lvl2pPr>
            <a:lvl3pPr marL="2851191" indent="0">
              <a:buNone/>
              <a:defRPr sz="5613">
                <a:solidFill>
                  <a:schemeClr val="tx1">
                    <a:tint val="82000"/>
                  </a:schemeClr>
                </a:solidFill>
              </a:defRPr>
            </a:lvl3pPr>
            <a:lvl4pPr marL="4276786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4pPr>
            <a:lvl5pPr marL="5702381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5pPr>
            <a:lvl6pPr marL="7127977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6pPr>
            <a:lvl7pPr marL="8553572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7pPr>
            <a:lvl8pPr marL="9979167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8pPr>
            <a:lvl9pPr marL="11404763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1A487-4CE7-0E4A-9AF5-5E05406FC879}" type="datetimeFigureOut">
              <a:rPr lang="en-GB" smtClean="0"/>
              <a:t>09/10/2024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CBFC7-2532-124B-A543-892C702CC6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1083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5692400"/>
            <a:ext cx="12866966" cy="13567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5692400"/>
            <a:ext cx="12866966" cy="13567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1A487-4CE7-0E4A-9AF5-5E05406FC879}" type="datetimeFigureOut">
              <a:rPr lang="en-GB" smtClean="0"/>
              <a:t>09/10/2024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CBFC7-2532-124B-A543-892C702CC6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5654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1138485"/>
            <a:ext cx="26112371" cy="413317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5241960"/>
            <a:ext cx="12807832" cy="2569003"/>
          </a:xfrm>
        </p:spPr>
        <p:txBody>
          <a:bodyPr anchor="b"/>
          <a:lstStyle>
            <a:lvl1pPr marL="0" indent="0">
              <a:buNone/>
              <a:defRPr sz="7483" b="1"/>
            </a:lvl1pPr>
            <a:lvl2pPr marL="1425595" indent="0">
              <a:buNone/>
              <a:defRPr sz="6236" b="1"/>
            </a:lvl2pPr>
            <a:lvl3pPr marL="2851191" indent="0">
              <a:buNone/>
              <a:defRPr sz="5613" b="1"/>
            </a:lvl3pPr>
            <a:lvl4pPr marL="4276786" indent="0">
              <a:buNone/>
              <a:defRPr sz="4989" b="1"/>
            </a:lvl4pPr>
            <a:lvl5pPr marL="5702381" indent="0">
              <a:buNone/>
              <a:defRPr sz="4989" b="1"/>
            </a:lvl5pPr>
            <a:lvl6pPr marL="7127977" indent="0">
              <a:buNone/>
              <a:defRPr sz="4989" b="1"/>
            </a:lvl6pPr>
            <a:lvl7pPr marL="8553572" indent="0">
              <a:buNone/>
              <a:defRPr sz="4989" b="1"/>
            </a:lvl7pPr>
            <a:lvl8pPr marL="9979167" indent="0">
              <a:buNone/>
              <a:defRPr sz="4989" b="1"/>
            </a:lvl8pPr>
            <a:lvl9pPr marL="11404763" indent="0">
              <a:buNone/>
              <a:defRPr sz="4989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7810963"/>
            <a:ext cx="12807832" cy="114887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5241960"/>
            <a:ext cx="12870909" cy="2569003"/>
          </a:xfrm>
        </p:spPr>
        <p:txBody>
          <a:bodyPr anchor="b"/>
          <a:lstStyle>
            <a:lvl1pPr marL="0" indent="0">
              <a:buNone/>
              <a:defRPr sz="7483" b="1"/>
            </a:lvl1pPr>
            <a:lvl2pPr marL="1425595" indent="0">
              <a:buNone/>
              <a:defRPr sz="6236" b="1"/>
            </a:lvl2pPr>
            <a:lvl3pPr marL="2851191" indent="0">
              <a:buNone/>
              <a:defRPr sz="5613" b="1"/>
            </a:lvl3pPr>
            <a:lvl4pPr marL="4276786" indent="0">
              <a:buNone/>
              <a:defRPr sz="4989" b="1"/>
            </a:lvl4pPr>
            <a:lvl5pPr marL="5702381" indent="0">
              <a:buNone/>
              <a:defRPr sz="4989" b="1"/>
            </a:lvl5pPr>
            <a:lvl6pPr marL="7127977" indent="0">
              <a:buNone/>
              <a:defRPr sz="4989" b="1"/>
            </a:lvl6pPr>
            <a:lvl7pPr marL="8553572" indent="0">
              <a:buNone/>
              <a:defRPr sz="4989" b="1"/>
            </a:lvl7pPr>
            <a:lvl8pPr marL="9979167" indent="0">
              <a:buNone/>
              <a:defRPr sz="4989" b="1"/>
            </a:lvl8pPr>
            <a:lvl9pPr marL="11404763" indent="0">
              <a:buNone/>
              <a:defRPr sz="4989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7810963"/>
            <a:ext cx="12870909" cy="114887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1A487-4CE7-0E4A-9AF5-5E05406FC879}" type="datetimeFigureOut">
              <a:rPr lang="en-GB" smtClean="0"/>
              <a:t>09/10/2024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CBFC7-2532-124B-A543-892C702CC6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6117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1A487-4CE7-0E4A-9AF5-5E05406FC879}" type="datetimeFigureOut">
              <a:rPr lang="en-GB" smtClean="0"/>
              <a:t>09/10/2024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CBFC7-2532-124B-A543-892C702CC6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1163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1A487-4CE7-0E4A-9AF5-5E05406FC879}" type="datetimeFigureOut">
              <a:rPr lang="en-GB" smtClean="0"/>
              <a:t>09/10/2024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CBFC7-2532-124B-A543-892C702CC6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0403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1425575"/>
            <a:ext cx="9764544" cy="4989513"/>
          </a:xfrm>
        </p:spPr>
        <p:txBody>
          <a:bodyPr anchor="b"/>
          <a:lstStyle>
            <a:lvl1pPr>
              <a:defRPr sz="9978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3078850"/>
            <a:ext cx="15326827" cy="15196234"/>
          </a:xfrm>
        </p:spPr>
        <p:txBody>
          <a:bodyPr/>
          <a:lstStyle>
            <a:lvl1pPr>
              <a:defRPr sz="9978"/>
            </a:lvl1pPr>
            <a:lvl2pPr>
              <a:defRPr sz="8731"/>
            </a:lvl2pPr>
            <a:lvl3pPr>
              <a:defRPr sz="7483"/>
            </a:lvl3pPr>
            <a:lvl4pPr>
              <a:defRPr sz="6236"/>
            </a:lvl4pPr>
            <a:lvl5pPr>
              <a:defRPr sz="6236"/>
            </a:lvl5pPr>
            <a:lvl6pPr>
              <a:defRPr sz="6236"/>
            </a:lvl6pPr>
            <a:lvl7pPr>
              <a:defRPr sz="6236"/>
            </a:lvl7pPr>
            <a:lvl8pPr>
              <a:defRPr sz="6236"/>
            </a:lvl8pPr>
            <a:lvl9pPr>
              <a:defRPr sz="6236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6415088"/>
            <a:ext cx="9764544" cy="11884743"/>
          </a:xfrm>
        </p:spPr>
        <p:txBody>
          <a:bodyPr/>
          <a:lstStyle>
            <a:lvl1pPr marL="0" indent="0">
              <a:buNone/>
              <a:defRPr sz="4989"/>
            </a:lvl1pPr>
            <a:lvl2pPr marL="1425595" indent="0">
              <a:buNone/>
              <a:defRPr sz="4365"/>
            </a:lvl2pPr>
            <a:lvl3pPr marL="2851191" indent="0">
              <a:buNone/>
              <a:defRPr sz="3742"/>
            </a:lvl3pPr>
            <a:lvl4pPr marL="4276786" indent="0">
              <a:buNone/>
              <a:defRPr sz="3118"/>
            </a:lvl4pPr>
            <a:lvl5pPr marL="5702381" indent="0">
              <a:buNone/>
              <a:defRPr sz="3118"/>
            </a:lvl5pPr>
            <a:lvl6pPr marL="7127977" indent="0">
              <a:buNone/>
              <a:defRPr sz="3118"/>
            </a:lvl6pPr>
            <a:lvl7pPr marL="8553572" indent="0">
              <a:buNone/>
              <a:defRPr sz="3118"/>
            </a:lvl7pPr>
            <a:lvl8pPr marL="9979167" indent="0">
              <a:buNone/>
              <a:defRPr sz="3118"/>
            </a:lvl8pPr>
            <a:lvl9pPr marL="11404763" indent="0">
              <a:buNone/>
              <a:defRPr sz="3118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1A487-4CE7-0E4A-9AF5-5E05406FC879}" type="datetimeFigureOut">
              <a:rPr lang="en-GB" smtClean="0"/>
              <a:t>09/10/2024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CBFC7-2532-124B-A543-892C702CC6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6677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1425575"/>
            <a:ext cx="9764544" cy="4989513"/>
          </a:xfrm>
        </p:spPr>
        <p:txBody>
          <a:bodyPr anchor="b"/>
          <a:lstStyle>
            <a:lvl1pPr>
              <a:defRPr sz="9978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3078850"/>
            <a:ext cx="15326827" cy="15196234"/>
          </a:xfrm>
        </p:spPr>
        <p:txBody>
          <a:bodyPr anchor="t"/>
          <a:lstStyle>
            <a:lvl1pPr marL="0" indent="0">
              <a:buNone/>
              <a:defRPr sz="9978"/>
            </a:lvl1pPr>
            <a:lvl2pPr marL="1425595" indent="0">
              <a:buNone/>
              <a:defRPr sz="8731"/>
            </a:lvl2pPr>
            <a:lvl3pPr marL="2851191" indent="0">
              <a:buNone/>
              <a:defRPr sz="7483"/>
            </a:lvl3pPr>
            <a:lvl4pPr marL="4276786" indent="0">
              <a:buNone/>
              <a:defRPr sz="6236"/>
            </a:lvl4pPr>
            <a:lvl5pPr marL="5702381" indent="0">
              <a:buNone/>
              <a:defRPr sz="6236"/>
            </a:lvl5pPr>
            <a:lvl6pPr marL="7127977" indent="0">
              <a:buNone/>
              <a:defRPr sz="6236"/>
            </a:lvl6pPr>
            <a:lvl7pPr marL="8553572" indent="0">
              <a:buNone/>
              <a:defRPr sz="6236"/>
            </a:lvl7pPr>
            <a:lvl8pPr marL="9979167" indent="0">
              <a:buNone/>
              <a:defRPr sz="6236"/>
            </a:lvl8pPr>
            <a:lvl9pPr marL="11404763" indent="0">
              <a:buNone/>
              <a:defRPr sz="6236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6415088"/>
            <a:ext cx="9764544" cy="11884743"/>
          </a:xfrm>
        </p:spPr>
        <p:txBody>
          <a:bodyPr/>
          <a:lstStyle>
            <a:lvl1pPr marL="0" indent="0">
              <a:buNone/>
              <a:defRPr sz="4989"/>
            </a:lvl1pPr>
            <a:lvl2pPr marL="1425595" indent="0">
              <a:buNone/>
              <a:defRPr sz="4365"/>
            </a:lvl2pPr>
            <a:lvl3pPr marL="2851191" indent="0">
              <a:buNone/>
              <a:defRPr sz="3742"/>
            </a:lvl3pPr>
            <a:lvl4pPr marL="4276786" indent="0">
              <a:buNone/>
              <a:defRPr sz="3118"/>
            </a:lvl4pPr>
            <a:lvl5pPr marL="5702381" indent="0">
              <a:buNone/>
              <a:defRPr sz="3118"/>
            </a:lvl5pPr>
            <a:lvl6pPr marL="7127977" indent="0">
              <a:buNone/>
              <a:defRPr sz="3118"/>
            </a:lvl6pPr>
            <a:lvl7pPr marL="8553572" indent="0">
              <a:buNone/>
              <a:defRPr sz="3118"/>
            </a:lvl7pPr>
            <a:lvl8pPr marL="9979167" indent="0">
              <a:buNone/>
              <a:defRPr sz="3118"/>
            </a:lvl8pPr>
            <a:lvl9pPr marL="11404763" indent="0">
              <a:buNone/>
              <a:defRPr sz="3118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1A487-4CE7-0E4A-9AF5-5E05406FC879}" type="datetimeFigureOut">
              <a:rPr lang="en-GB" smtClean="0"/>
              <a:t>09/10/2024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CBFC7-2532-124B-A543-892C702CC6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2884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1A487-4CE7-0E4A-9AF5-5E05406FC879}" type="datetimeFigureOut">
              <a:rPr lang="en-GB" smtClean="0"/>
              <a:t>09/10/2024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CBFC7-2532-124B-A543-892C702CC6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9425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1138480"/>
            <a:ext cx="6528093" cy="1812163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1138480"/>
            <a:ext cx="19205838" cy="1812163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1A487-4CE7-0E4A-9AF5-5E05406FC879}" type="datetimeFigureOut">
              <a:rPr lang="en-GB" smtClean="0"/>
              <a:t>09/10/2024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CBFC7-2532-124B-A543-892C702CC6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1371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1138485"/>
            <a:ext cx="26112371" cy="4133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5692400"/>
            <a:ext cx="26112371" cy="13567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19819457"/>
            <a:ext cx="6811923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51A487-4CE7-0E4A-9AF5-5E05406FC879}" type="datetimeFigureOut">
              <a:rPr lang="en-GB" smtClean="0"/>
              <a:t>09/10/2024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19819457"/>
            <a:ext cx="1021788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19819457"/>
            <a:ext cx="6811923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ECBFC7-2532-124B-A543-892C702CC6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0731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2851191" rtl="0" eaLnBrk="1" latinLnBrk="0" hangingPunct="1">
        <a:lnSpc>
          <a:spcPct val="90000"/>
        </a:lnSpc>
        <a:spcBef>
          <a:spcPct val="0"/>
        </a:spcBef>
        <a:buNone/>
        <a:defRPr sz="137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12798" indent="-712798" algn="l" defTabSz="2851191" rtl="0" eaLnBrk="1" latinLnBrk="0" hangingPunct="1">
        <a:lnSpc>
          <a:spcPct val="90000"/>
        </a:lnSpc>
        <a:spcBef>
          <a:spcPts val="3118"/>
        </a:spcBef>
        <a:buFont typeface="Arial" panose="020B0604020202020204" pitchFamily="34" charset="0"/>
        <a:buChar char="•"/>
        <a:defRPr sz="8731" kern="1200">
          <a:solidFill>
            <a:schemeClr val="tx1"/>
          </a:solidFill>
          <a:latin typeface="+mn-lt"/>
          <a:ea typeface="+mn-ea"/>
          <a:cs typeface="+mn-cs"/>
        </a:defRPr>
      </a:lvl1pPr>
      <a:lvl2pPr marL="2138393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7483" kern="1200">
          <a:solidFill>
            <a:schemeClr val="tx1"/>
          </a:solidFill>
          <a:latin typeface="+mn-lt"/>
          <a:ea typeface="+mn-ea"/>
          <a:cs typeface="+mn-cs"/>
        </a:defRPr>
      </a:lvl2pPr>
      <a:lvl3pPr marL="3563988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6236" kern="1200">
          <a:solidFill>
            <a:schemeClr val="tx1"/>
          </a:solidFill>
          <a:latin typeface="+mn-lt"/>
          <a:ea typeface="+mn-ea"/>
          <a:cs typeface="+mn-cs"/>
        </a:defRPr>
      </a:lvl3pPr>
      <a:lvl4pPr marL="4989584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4pPr>
      <a:lvl5pPr marL="6415179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5pPr>
      <a:lvl6pPr marL="7840774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6pPr>
      <a:lvl7pPr marL="9266370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7pPr>
      <a:lvl8pPr marL="10691965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8pPr>
      <a:lvl9pPr marL="12117560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1pPr>
      <a:lvl2pPr marL="1425595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2pPr>
      <a:lvl3pPr marL="2851191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3pPr>
      <a:lvl4pPr marL="4276786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4pPr>
      <a:lvl5pPr marL="5702381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5pPr>
      <a:lvl6pPr marL="7127977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6pPr>
      <a:lvl7pPr marL="8553572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7pPr>
      <a:lvl8pPr marL="9979167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8pPr>
      <a:lvl9pPr marL="11404763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18" Type="http://schemas.openxmlformats.org/officeDocument/2006/relationships/image" Target="../media/image15.png"/><Relationship Id="rId26" Type="http://schemas.openxmlformats.org/officeDocument/2006/relationships/image" Target="../media/image23.png"/><Relationship Id="rId3" Type="http://schemas.microsoft.com/office/2018/10/relationships/comments" Target="../comments/modernComment_101_CBBE791A.xml"/><Relationship Id="rId21" Type="http://schemas.openxmlformats.org/officeDocument/2006/relationships/image" Target="../media/image18.png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5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.png"/><Relationship Id="rId20" Type="http://schemas.openxmlformats.org/officeDocument/2006/relationships/image" Target="../media/image17.png"/><Relationship Id="rId29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24" Type="http://schemas.openxmlformats.org/officeDocument/2006/relationships/image" Target="../media/image21.png"/><Relationship Id="rId5" Type="http://schemas.openxmlformats.org/officeDocument/2006/relationships/image" Target="../media/image2.png"/><Relationship Id="rId15" Type="http://schemas.openxmlformats.org/officeDocument/2006/relationships/image" Target="../media/image12.png"/><Relationship Id="rId23" Type="http://schemas.openxmlformats.org/officeDocument/2006/relationships/image" Target="../media/image20.png"/><Relationship Id="rId28" Type="http://schemas.openxmlformats.org/officeDocument/2006/relationships/image" Target="../media/image25.jpeg"/><Relationship Id="rId10" Type="http://schemas.openxmlformats.org/officeDocument/2006/relationships/image" Target="../media/image7.png"/><Relationship Id="rId19" Type="http://schemas.openxmlformats.org/officeDocument/2006/relationships/image" Target="../media/image16.png"/><Relationship Id="rId4" Type="http://schemas.openxmlformats.org/officeDocument/2006/relationships/image" Target="../media/image1.png"/><Relationship Id="rId9" Type="http://schemas.openxmlformats.org/officeDocument/2006/relationships/image" Target="../media/image6.png"/><Relationship Id="rId14" Type="http://schemas.openxmlformats.org/officeDocument/2006/relationships/image" Target="../media/image11.png"/><Relationship Id="rId22" Type="http://schemas.openxmlformats.org/officeDocument/2006/relationships/image" Target="../media/image19.png"/><Relationship Id="rId27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46B84-18CE-DC9F-B1D3-D5D16E34C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B2D74513-C1A7-C2DD-2894-972229933D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1144165"/>
              </p:ext>
            </p:extLst>
          </p:nvPr>
        </p:nvGraphicFramePr>
        <p:xfrm>
          <a:off x="7" y="7886824"/>
          <a:ext cx="30275206" cy="17035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8862">
                  <a:extLst>
                    <a:ext uri="{9D8B030D-6E8A-4147-A177-3AD203B41FA5}">
                      <a16:colId xmlns:a16="http://schemas.microsoft.com/office/drawing/2014/main" val="1177168657"/>
                    </a:ext>
                  </a:extLst>
                </a:gridCol>
                <a:gridCol w="2328862">
                  <a:extLst>
                    <a:ext uri="{9D8B030D-6E8A-4147-A177-3AD203B41FA5}">
                      <a16:colId xmlns:a16="http://schemas.microsoft.com/office/drawing/2014/main" val="2752018728"/>
                    </a:ext>
                  </a:extLst>
                </a:gridCol>
                <a:gridCol w="1164431">
                  <a:extLst>
                    <a:ext uri="{9D8B030D-6E8A-4147-A177-3AD203B41FA5}">
                      <a16:colId xmlns:a16="http://schemas.microsoft.com/office/drawing/2014/main" val="2503684627"/>
                    </a:ext>
                  </a:extLst>
                </a:gridCol>
                <a:gridCol w="1391438">
                  <a:extLst>
                    <a:ext uri="{9D8B030D-6E8A-4147-A177-3AD203B41FA5}">
                      <a16:colId xmlns:a16="http://schemas.microsoft.com/office/drawing/2014/main" val="4236279262"/>
                    </a:ext>
                  </a:extLst>
                </a:gridCol>
                <a:gridCol w="2101855">
                  <a:extLst>
                    <a:ext uri="{9D8B030D-6E8A-4147-A177-3AD203B41FA5}">
                      <a16:colId xmlns:a16="http://schemas.microsoft.com/office/drawing/2014/main" val="1276833716"/>
                    </a:ext>
                  </a:extLst>
                </a:gridCol>
                <a:gridCol w="2328862">
                  <a:extLst>
                    <a:ext uri="{9D8B030D-6E8A-4147-A177-3AD203B41FA5}">
                      <a16:colId xmlns:a16="http://schemas.microsoft.com/office/drawing/2014/main" val="3405502556"/>
                    </a:ext>
                  </a:extLst>
                </a:gridCol>
                <a:gridCol w="2328862">
                  <a:extLst>
                    <a:ext uri="{9D8B030D-6E8A-4147-A177-3AD203B41FA5}">
                      <a16:colId xmlns:a16="http://schemas.microsoft.com/office/drawing/2014/main" val="3179873742"/>
                    </a:ext>
                  </a:extLst>
                </a:gridCol>
                <a:gridCol w="2328862">
                  <a:extLst>
                    <a:ext uri="{9D8B030D-6E8A-4147-A177-3AD203B41FA5}">
                      <a16:colId xmlns:a16="http://schemas.microsoft.com/office/drawing/2014/main" val="4064192742"/>
                    </a:ext>
                  </a:extLst>
                </a:gridCol>
                <a:gridCol w="2328862">
                  <a:extLst>
                    <a:ext uri="{9D8B030D-6E8A-4147-A177-3AD203B41FA5}">
                      <a16:colId xmlns:a16="http://schemas.microsoft.com/office/drawing/2014/main" val="1607352011"/>
                    </a:ext>
                  </a:extLst>
                </a:gridCol>
                <a:gridCol w="2328862">
                  <a:extLst>
                    <a:ext uri="{9D8B030D-6E8A-4147-A177-3AD203B41FA5}">
                      <a16:colId xmlns:a16="http://schemas.microsoft.com/office/drawing/2014/main" val="552364244"/>
                    </a:ext>
                  </a:extLst>
                </a:gridCol>
                <a:gridCol w="2328862">
                  <a:extLst>
                    <a:ext uri="{9D8B030D-6E8A-4147-A177-3AD203B41FA5}">
                      <a16:colId xmlns:a16="http://schemas.microsoft.com/office/drawing/2014/main" val="977043045"/>
                    </a:ext>
                  </a:extLst>
                </a:gridCol>
                <a:gridCol w="2328862">
                  <a:extLst>
                    <a:ext uri="{9D8B030D-6E8A-4147-A177-3AD203B41FA5}">
                      <a16:colId xmlns:a16="http://schemas.microsoft.com/office/drawing/2014/main" val="3541600775"/>
                    </a:ext>
                  </a:extLst>
                </a:gridCol>
                <a:gridCol w="2328862">
                  <a:extLst>
                    <a:ext uri="{9D8B030D-6E8A-4147-A177-3AD203B41FA5}">
                      <a16:colId xmlns:a16="http://schemas.microsoft.com/office/drawing/2014/main" val="3732480615"/>
                    </a:ext>
                  </a:extLst>
                </a:gridCol>
                <a:gridCol w="2328862">
                  <a:extLst>
                    <a:ext uri="{9D8B030D-6E8A-4147-A177-3AD203B41FA5}">
                      <a16:colId xmlns:a16="http://schemas.microsoft.com/office/drawing/2014/main" val="2748095584"/>
                    </a:ext>
                  </a:extLst>
                </a:gridCol>
              </a:tblGrid>
              <a:tr h="107509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200" b="1" i="0">
                          <a:solidFill>
                            <a:schemeClr val="tx1"/>
                          </a:solidFill>
                          <a:latin typeface="Adobe Clean"/>
                        </a:rPr>
                        <a:t>Description</a:t>
                      </a:r>
                    </a:p>
                    <a:p>
                      <a:pPr algn="l"/>
                      <a:endParaRPr lang="en-GB" sz="2200" b="1" i="0">
                        <a:latin typeface="Adobe Clean" panose="020B0503020404020204" pitchFamily="34" charset="0"/>
                      </a:endParaRPr>
                    </a:p>
                  </a:txBody>
                  <a:tcPr marL="71997" marR="71997" marT="71997" marB="7199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350" b="1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Jake, an existing Admiral motor insurance customer is looking to buy a pet dog and so wants to know much insurance would be</a:t>
                      </a:r>
                      <a:endParaRPr lang="en-GB" sz="1350" b="1">
                        <a:solidFill>
                          <a:sysClr val="windowText" lastClr="000000"/>
                        </a:solidFill>
                        <a:latin typeface="Adobe Clean" panose="020B0503020404020204" pitchFamily="34" charset="0"/>
                      </a:endParaRPr>
                    </a:p>
                  </a:txBody>
                  <a:tcPr marL="71997" marR="71997" marT="71997" marB="719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lang="en-US" sz="1350" b="1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He goes to a comparison website to compare different providers. He creates a quote and can see a competitive offer from Admiral. He receives the quote via email and decides to clicks through</a:t>
                      </a:r>
                      <a:endParaRPr lang="en-GB" sz="1350" b="1">
                        <a:solidFill>
                          <a:sysClr val="windowText" lastClr="000000"/>
                        </a:solidFill>
                        <a:latin typeface="Adobe Clean"/>
                      </a:endParaRPr>
                    </a:p>
                  </a:txBody>
                  <a:tcPr marL="71997" marR="71997" marT="71997" marB="719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350" b="1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He lands on a bespoke quote page on the Admiral website but given he hasn't bought the pet yet, decides to leave the website</a:t>
                      </a:r>
                      <a:endParaRPr lang="en-GB" sz="1350" b="1">
                        <a:solidFill>
                          <a:sysClr val="windowText" lastClr="000000"/>
                        </a:solidFill>
                        <a:latin typeface="Adobe Clean"/>
                      </a:endParaRPr>
                    </a:p>
                  </a:txBody>
                  <a:tcPr marL="71997" marR="71997" marT="71997" marB="719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350" b="1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Over the next few weeks, Jake sees a lot of display and social ads encouraging him to continue looking into pet insurance</a:t>
                      </a:r>
                      <a:endParaRPr lang="en-GB" sz="1350" b="1">
                        <a:solidFill>
                          <a:sysClr val="windowText" lastClr="000000"/>
                        </a:solidFill>
                        <a:latin typeface="Adobe Clean" panose="020B0503020404020204" pitchFamily="34" charset="0"/>
                      </a:endParaRPr>
                    </a:p>
                  </a:txBody>
                  <a:tcPr marL="71997" marR="71997" marT="71997" marB="719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 b="1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Having now collected his dog, he is ready to take out the insurance policy. Given his engagement with Admiral, he heads back to the website</a:t>
                      </a:r>
                      <a:endParaRPr lang="en-GB" sz="1350" b="1">
                        <a:solidFill>
                          <a:sysClr val="windowText" lastClr="000000"/>
                        </a:solidFill>
                        <a:latin typeface="Adobe Clean"/>
                      </a:endParaRPr>
                    </a:p>
                  </a:txBody>
                  <a:tcPr marL="71997" marR="71997" marT="71997" marB="719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 b="1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He lands on the homepage and starts to browse. He navigates to the pet insurance section and reads further details related dog insurance</a:t>
                      </a:r>
                      <a:endParaRPr lang="en-GB" sz="1350" b="1">
                        <a:solidFill>
                          <a:sysClr val="windowText" lastClr="000000"/>
                        </a:solidFill>
                        <a:latin typeface="Adobe Clean"/>
                      </a:endParaRPr>
                    </a:p>
                  </a:txBody>
                  <a:tcPr marL="71997" marR="71997" marT="71997" marB="719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 b="1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As an existing customer, he logs in and can see the benefits of setting up a multi policy with Admiral including a personalised 10% discount he would receive</a:t>
                      </a:r>
                      <a:endParaRPr lang="en-GB" sz="1350" b="1">
                        <a:solidFill>
                          <a:sysClr val="windowText" lastClr="000000"/>
                        </a:solidFill>
                        <a:latin typeface="Adobe Clean"/>
                      </a:endParaRPr>
                    </a:p>
                  </a:txBody>
                  <a:tcPr marL="71997" marR="71997" marT="71997" marB="719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 b="1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He goes ahead and reviews the quote he had received previously and goes through the form process to confirm the policy</a:t>
                      </a:r>
                      <a:endParaRPr lang="en-GB" sz="1350" b="1">
                        <a:solidFill>
                          <a:sysClr val="windowText" lastClr="000000"/>
                        </a:solidFill>
                        <a:latin typeface="Adobe Clean"/>
                      </a:endParaRPr>
                    </a:p>
                  </a:txBody>
                  <a:tcPr marL="71997" marR="71997" marT="71997" marB="719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350" b="1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Half way through the form he gets an important call and so abandons the journey</a:t>
                      </a:r>
                      <a:endParaRPr lang="en-GB" sz="1350" b="1">
                        <a:solidFill>
                          <a:sysClr val="windowText" lastClr="000000"/>
                        </a:solidFill>
                        <a:latin typeface="Adobe Clean"/>
                      </a:endParaRPr>
                    </a:p>
                  </a:txBody>
                  <a:tcPr marL="71997" marR="71997" marT="71997" marB="719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350" b="1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The next day, Jake receives a reminder email and push notification to complete his quote with an exclusive 10% offer. He considers completing it later that evening</a:t>
                      </a:r>
                      <a:endParaRPr lang="en-GB" sz="1350" b="1">
                        <a:solidFill>
                          <a:sysClr val="windowText" lastClr="000000"/>
                        </a:solidFill>
                        <a:latin typeface="Adobe Clean"/>
                      </a:endParaRPr>
                    </a:p>
                  </a:txBody>
                  <a:tcPr marL="71997" marR="71997" marT="71997" marB="719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 b="1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Meanwhile, a call </a:t>
                      </a:r>
                      <a:r>
                        <a:rPr lang="en-US" sz="1350" b="1" i="0" u="none" strike="noStrike" kern="1200" err="1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centre</a:t>
                      </a:r>
                      <a:r>
                        <a:rPr lang="en-US" sz="1350" b="1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 agent has been automatically notified of a high propensity prospect and contacts Jake giving him the opportunity to finish his quote over the phone.</a:t>
                      </a:r>
                      <a:endParaRPr lang="en-GB" sz="1350" b="1">
                        <a:solidFill>
                          <a:sysClr val="windowText" lastClr="000000"/>
                        </a:solidFill>
                        <a:latin typeface="Adobe Clean"/>
                      </a:endParaRPr>
                    </a:p>
                  </a:txBody>
                  <a:tcPr marL="71997" marR="71997" marT="71997" marB="719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350" b="1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He decides to take out the pet insurance policy</a:t>
                      </a:r>
                      <a:endParaRPr lang="en-GB" sz="1350" b="1">
                        <a:solidFill>
                          <a:sysClr val="windowText" lastClr="000000"/>
                        </a:solidFill>
                        <a:latin typeface="Adobe Clean"/>
                      </a:endParaRPr>
                    </a:p>
                  </a:txBody>
                  <a:tcPr marL="71997" marR="71997" marT="71997" marB="719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62707"/>
                  </a:ext>
                </a:extLst>
              </a:tr>
              <a:tr h="3519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200" b="1" i="0">
                          <a:latin typeface="Adobe Clean"/>
                        </a:rPr>
                        <a:t>Data Collected</a:t>
                      </a:r>
                      <a:endParaRPr lang="en-GB" sz="2200" b="1" i="0">
                        <a:latin typeface="Adobe Clean" panose="020B0503020404020204" pitchFamily="34" charset="0"/>
                      </a:endParaRPr>
                    </a:p>
                    <a:p>
                      <a:pPr algn="l"/>
                      <a:endParaRPr lang="en-GB" sz="2200" b="1" i="0">
                        <a:latin typeface="Adobe Clean" panose="020B0503020404020204" pitchFamily="34" charset="0"/>
                      </a:endParaRPr>
                    </a:p>
                  </a:txBody>
                  <a:tcPr marL="71997" marR="71997" marT="71997" marB="7199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GB" sz="1350" b="0" i="0" u="sng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Known Customer</a:t>
                      </a: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Existing motor insurance customer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Personal details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Insurance policy details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Account number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Email address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GB" sz="1350">
                        <a:solidFill>
                          <a:sysClr val="windowText" lastClr="000000"/>
                        </a:solidFill>
                        <a:latin typeface="Adobe Clean" panose="020B0503020404020204" pitchFamily="34" charset="0"/>
                      </a:endParaRPr>
                    </a:p>
                  </a:txBody>
                  <a:tcPr marL="71997" marR="71997" marT="71997" marB="719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GB" sz="1350" b="0" i="0" u="sng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Known Customer</a:t>
                      </a:r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Customer Name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Dog Name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Dog Gender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Dog Age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Dog Breed</a:t>
                      </a:r>
                    </a:p>
                  </a:txBody>
                  <a:tcPr marL="71997" marR="71997" marT="71997" marB="719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Dog Chipped?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Dog Neutered?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Amount paid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Type of Insurance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Cover start date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Payment preference</a:t>
                      </a:r>
                    </a:p>
                  </a:txBody>
                  <a:tcPr marL="71997" marR="71997" marT="71997" marB="719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GB" sz="1350" b="0" i="0" u="sng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Known Customer</a:t>
                      </a: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Quote page visited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GB" sz="1350">
                        <a:solidFill>
                          <a:sysClr val="windowText" lastClr="000000"/>
                        </a:solidFill>
                        <a:latin typeface="Adobe Clean" panose="020B0503020404020204" pitchFamily="34" charset="0"/>
                      </a:endParaRPr>
                    </a:p>
                  </a:txBody>
                  <a:tcPr marL="71997" marR="71997" marT="71997" marB="719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GB" sz="1350">
                        <a:solidFill>
                          <a:sysClr val="windowText" lastClr="000000"/>
                        </a:solidFill>
                        <a:latin typeface="Adobe Clean" panose="020B0503020404020204" pitchFamily="34" charset="0"/>
                      </a:endParaRPr>
                    </a:p>
                  </a:txBody>
                  <a:tcPr marL="71997" marR="71997" marT="71997" marB="719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GB" sz="1350" b="0" i="0" u="sng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Unknown Customer </a:t>
                      </a: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Homepage visit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GB" sz="1350">
                        <a:solidFill>
                          <a:sysClr val="windowText" lastClr="000000"/>
                        </a:solidFill>
                        <a:latin typeface="Adobe Clean" panose="020B0503020404020204" pitchFamily="34" charset="0"/>
                      </a:endParaRPr>
                    </a:p>
                  </a:txBody>
                  <a:tcPr marL="71997" marR="71997" marT="71997" marB="719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GB" sz="1350" b="0" i="0" u="sng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Unknown Customer</a:t>
                      </a:r>
                    </a:p>
                    <a:p>
                      <a:r>
                        <a:rPr lang="en-GB" sz="1350" b="0" i="0" u="sng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 </a:t>
                      </a:r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Pet category page visit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Dog category page visit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Article page visits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GB" sz="1350">
                        <a:solidFill>
                          <a:sysClr val="windowText" lastClr="000000"/>
                        </a:solidFill>
                        <a:latin typeface="Adobe Clean" panose="020B0503020404020204" pitchFamily="34" charset="0"/>
                      </a:endParaRPr>
                    </a:p>
                  </a:txBody>
                  <a:tcPr marL="71997" marR="71997" marT="71997" marB="719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GB" sz="1350" b="0" i="0" u="sng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Known Customer</a:t>
                      </a:r>
                    </a:p>
                    <a:p>
                      <a:r>
                        <a:rPr lang="en-GB" sz="1350" b="0" i="0" u="sng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 </a:t>
                      </a:r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Motor insurance policy details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Comparison engine quote details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Anonymous page visits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Logged in page visits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GB" sz="1350">
                        <a:solidFill>
                          <a:sysClr val="windowText" lastClr="000000"/>
                        </a:solidFill>
                        <a:latin typeface="Adobe Clean" panose="020B0503020404020204" pitchFamily="34" charset="0"/>
                      </a:endParaRPr>
                    </a:p>
                  </a:txBody>
                  <a:tcPr marL="71997" marR="71997" marT="71997" marB="719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GB" sz="1350" b="0" i="0" u="sng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Known Customer </a:t>
                      </a: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Quote page visit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Application form engagement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GB" sz="1350">
                        <a:solidFill>
                          <a:sysClr val="windowText" lastClr="000000"/>
                        </a:solidFill>
                        <a:latin typeface="Adobe Clean" panose="020B0503020404020204" pitchFamily="34" charset="0"/>
                      </a:endParaRPr>
                    </a:p>
                  </a:txBody>
                  <a:tcPr marL="71997" marR="71997" marT="71997" marB="719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GB" sz="1350" b="0" i="0" u="sng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Known Customer </a:t>
                      </a: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Application form abandoned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GB" sz="1350">
                        <a:solidFill>
                          <a:sysClr val="windowText" lastClr="000000"/>
                        </a:solidFill>
                        <a:latin typeface="Adobe Clean" panose="020B0503020404020204" pitchFamily="34" charset="0"/>
                      </a:endParaRPr>
                    </a:p>
                  </a:txBody>
                  <a:tcPr marL="71997" marR="71997" marT="71997" marB="719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GB" sz="1350" b="0" i="0" u="sng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Known Customer </a:t>
                      </a: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Email sent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Email opened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Email clicked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SMS sent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SMS delivered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SMS clicked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GB" sz="1350">
                        <a:solidFill>
                          <a:sysClr val="windowText" lastClr="000000"/>
                        </a:solidFill>
                        <a:latin typeface="Adobe Clean" panose="020B0503020404020204" pitchFamily="34" charset="0"/>
                      </a:endParaRPr>
                    </a:p>
                  </a:txBody>
                  <a:tcPr marL="71997" marR="71997" marT="71997" marB="719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GB" sz="1350" b="0" i="0" u="sng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Known Customer </a:t>
                      </a: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Call centre contact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Additional attributes added to profile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GB" sz="1350">
                        <a:solidFill>
                          <a:sysClr val="windowText" lastClr="000000"/>
                        </a:solidFill>
                        <a:latin typeface="Adobe Clean" panose="020B0503020404020204" pitchFamily="34" charset="0"/>
                      </a:endParaRPr>
                    </a:p>
                  </a:txBody>
                  <a:tcPr marL="71997" marR="71997" marT="71997" marB="719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GB" sz="1350" b="0" i="0" u="sng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Known Customer </a:t>
                      </a: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New pet insurance policy holder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GB" sz="1350">
                        <a:solidFill>
                          <a:sysClr val="windowText" lastClr="000000"/>
                        </a:solidFill>
                        <a:latin typeface="Adobe Clean" panose="020B0503020404020204" pitchFamily="34" charset="0"/>
                      </a:endParaRPr>
                    </a:p>
                  </a:txBody>
                  <a:tcPr marL="71997" marR="71997" marT="71997" marB="719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11880107"/>
                  </a:ext>
                </a:extLst>
              </a:tr>
              <a:tr h="2051279">
                <a:tc>
                  <a:txBody>
                    <a:bodyPr/>
                    <a:lstStyle/>
                    <a:p>
                      <a:pPr algn="l"/>
                      <a:r>
                        <a:rPr lang="en-GB" sz="2200" b="1" i="0">
                          <a:solidFill>
                            <a:schemeClr val="tx1"/>
                          </a:solidFill>
                          <a:latin typeface="Adobe Clean"/>
                        </a:rPr>
                        <a:t>Adobe Platform</a:t>
                      </a:r>
                    </a:p>
                  </a:txBody>
                  <a:tcPr marL="71997" marR="71997" marT="71997" marB="7199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alpha val="9804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50" b="0" i="0" u="sng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CDP</a:t>
                      </a: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r>
                        <a:rPr lang="en-GB" sz="1350" b="1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Data ingestion:</a:t>
                      </a:r>
                    </a:p>
                    <a:p>
                      <a:endParaRPr lang="en-GB" sz="1350" b="1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Batch/ Streaming ingestion from Admiral's policy admin system Guidewire/ Informatica passing all existing customer attribute data</a:t>
                      </a: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r>
                        <a:rPr lang="en-GB" sz="1350" b="1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Identities:</a:t>
                      </a:r>
                    </a:p>
                    <a:p>
                      <a:endParaRPr lang="en-GB" sz="1350" b="1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Email ID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Account ID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Phone ID</a:t>
                      </a: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r>
                        <a:rPr lang="en-GB" sz="1350" b="1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Segmentation:</a:t>
                      </a:r>
                    </a:p>
                    <a:p>
                      <a:endParaRPr lang="en-GB" sz="1350" b="1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Existing motor insurance customer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Loyal customer 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GB" sz="1350">
                        <a:solidFill>
                          <a:sysClr val="windowText" lastClr="000000"/>
                        </a:solidFill>
                        <a:latin typeface="Adobe Clean" panose="020B0503020404020204" pitchFamily="34" charset="0"/>
                      </a:endParaRPr>
                    </a:p>
                  </a:txBody>
                  <a:tcPr marL="71997" marR="71997" marT="71997" marB="719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alpha val="9804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GB" sz="1350" b="0" i="0" u="sng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CDP</a:t>
                      </a: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r>
                        <a:rPr lang="en-GB" sz="1350" b="1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Data ingestion:</a:t>
                      </a:r>
                    </a:p>
                    <a:p>
                      <a:endParaRPr lang="en-GB" sz="1350" b="1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Batch/ Streaming ingestion from Admiral's policy admin system Guidewire passing all customer attribute data</a:t>
                      </a: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r>
                        <a:rPr lang="en-GB" sz="1350" b="1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Identities:</a:t>
                      </a:r>
                    </a:p>
                    <a:p>
                      <a:endParaRPr lang="en-GB" sz="1350" b="1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Partner ID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Email ID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Account ID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Phone ID</a:t>
                      </a: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r>
                        <a:rPr lang="en-GB" sz="1350" b="1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Segmentation:</a:t>
                      </a:r>
                    </a:p>
                    <a:p>
                      <a:endParaRPr lang="en-GB" sz="1350" b="1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Affiliate driven Pet Insurance prospect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GB" sz="1350">
                        <a:solidFill>
                          <a:sysClr val="windowText" lastClr="000000"/>
                        </a:solidFill>
                        <a:latin typeface="Adobe Clean" panose="020B0503020404020204" pitchFamily="34" charset="0"/>
                      </a:endParaRPr>
                    </a:p>
                  </a:txBody>
                  <a:tcPr marL="71997" marR="71997" marT="71997" marB="719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alpha val="9804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350" b="0" i="0" u="sng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CDP</a:t>
                      </a: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r>
                        <a:rPr lang="en-GB" sz="1350" b="1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Data ingestion:</a:t>
                      </a:r>
                    </a:p>
                    <a:p>
                      <a:endParaRPr lang="en-GB" sz="1350" b="1" i="0" u="none" strike="noStrike" kern="1200">
                        <a:solidFill>
                          <a:schemeClr val="dk1"/>
                        </a:solidFill>
                        <a:effectLst/>
                        <a:latin typeface="Adobe Clean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Streaming ingestion from </a:t>
                      </a:r>
                      <a:r>
                        <a:rPr lang="en-GB" sz="1350" b="0" i="0" u="none" strike="noStrike" kern="1200" err="1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WebSDK</a:t>
                      </a: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 into Adobe Experience Platform</a:t>
                      </a: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r>
                        <a:rPr lang="en-GB" sz="1350" b="1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Identities:</a:t>
                      </a:r>
                    </a:p>
                    <a:p>
                      <a:endParaRPr lang="en-GB" sz="1350" b="1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ECID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Partner ID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Email ID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Account ID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Phone ID</a:t>
                      </a: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r>
                        <a:rPr lang="en-GB" sz="1350" b="1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Segmentation:</a:t>
                      </a:r>
                    </a:p>
                    <a:p>
                      <a:endParaRPr lang="en-GB" sz="1350" b="1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Affiliate driven Pet Insurance prospect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Affiliate driven click through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GB" sz="1350">
                        <a:solidFill>
                          <a:sysClr val="windowText" lastClr="000000"/>
                        </a:solidFill>
                        <a:latin typeface="Adobe Clean" panose="020B0503020404020204" pitchFamily="34" charset="0"/>
                      </a:endParaRPr>
                    </a:p>
                  </a:txBody>
                  <a:tcPr marL="71997" marR="71997" marT="71997" marB="719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alpha val="9804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50" b="0" i="0" u="sng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CDP</a:t>
                      </a: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r>
                        <a:rPr lang="en-GB" sz="1350" b="1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Activation/ Destinations:</a:t>
                      </a:r>
                    </a:p>
                    <a:p>
                      <a:endParaRPr lang="en-GB" sz="1350" b="1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Segments sent to out of the box destinations across social and display</a:t>
                      </a: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r>
                        <a:rPr lang="en-GB" sz="1350" b="1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Identities leveraged:</a:t>
                      </a:r>
                    </a:p>
                    <a:p>
                      <a:endParaRPr lang="en-GB" sz="1350" b="1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ECID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Partner ID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Email ID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Phone ID</a:t>
                      </a: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r>
                        <a:rPr lang="en-GB" sz="1350" b="1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Segmentation:</a:t>
                      </a:r>
                    </a:p>
                    <a:p>
                      <a:endParaRPr lang="en-GB" sz="1350" b="1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Affiliate driven Pet Insurance prospect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Affiliate driven click through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GB" sz="1350">
                        <a:solidFill>
                          <a:sysClr val="windowText" lastClr="000000"/>
                        </a:solidFill>
                        <a:latin typeface="Adobe Clean" panose="020B0503020404020204" pitchFamily="34" charset="0"/>
                      </a:endParaRPr>
                    </a:p>
                  </a:txBody>
                  <a:tcPr marL="71997" marR="71997" marT="71997" marB="719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alpha val="9804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50" b="0" i="0" u="sng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CDP</a:t>
                      </a: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r>
                        <a:rPr lang="en-GB" sz="1350" b="1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Data ingestion:</a:t>
                      </a: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Streaming ingestion from </a:t>
                      </a:r>
                      <a:r>
                        <a:rPr lang="en-GB" sz="1350" b="0" i="0" u="none" strike="noStrike" kern="1200" err="1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WebSDK</a:t>
                      </a: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 into Adobe Experience Platform</a:t>
                      </a: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r>
                        <a:rPr lang="en-GB" sz="1350" b="1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Identities:</a:t>
                      </a:r>
                    </a:p>
                    <a:p>
                      <a:endParaRPr lang="en-GB" sz="1350" b="1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ECID (anonymous)</a:t>
                      </a: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r>
                        <a:rPr lang="en-GB" sz="1350" b="1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Segmentation:</a:t>
                      </a:r>
                    </a:p>
                    <a:p>
                      <a:pPr lvl="1"/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</a:txBody>
                  <a:tcPr marL="71997" marR="71997" marT="71997" marB="719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alpha val="9804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50" b="0" i="0" u="sng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CDP</a:t>
                      </a: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r>
                        <a:rPr lang="en-GB" sz="1350" b="1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Data ingestion:</a:t>
                      </a:r>
                    </a:p>
                    <a:p>
                      <a:endParaRPr lang="en-GB" sz="1350" b="1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Streaming ingestion from </a:t>
                      </a:r>
                      <a:r>
                        <a:rPr lang="en-GB" sz="1350" b="0" i="0" u="none" strike="noStrike" kern="1200" err="1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WebSDK</a:t>
                      </a: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 into Adobe Experience Platform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Pet Category page views</a:t>
                      </a: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r>
                        <a:rPr lang="en-GB" sz="1350" b="1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Identities:</a:t>
                      </a:r>
                    </a:p>
                    <a:p>
                      <a:endParaRPr lang="en-GB" sz="1350" b="1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ECID (anonymous)</a:t>
                      </a: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r>
                        <a:rPr lang="en-GB" sz="1350" b="1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Segmentation:</a:t>
                      </a:r>
                    </a:p>
                    <a:p>
                      <a:endParaRPr lang="en-GB" sz="1350" b="1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Pet Insurance Interest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Dog Insurance Interest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GB" sz="1350">
                        <a:solidFill>
                          <a:sysClr val="windowText" lastClr="000000"/>
                        </a:solidFill>
                        <a:latin typeface="Adobe Clean" panose="020B0503020404020204" pitchFamily="34" charset="0"/>
                      </a:endParaRPr>
                    </a:p>
                  </a:txBody>
                  <a:tcPr marL="71997" marR="71997" marT="71997" marB="719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alpha val="9804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50" b="0" i="0" u="sng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CDP</a:t>
                      </a: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r>
                        <a:rPr lang="en-GB" sz="1350" b="1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Data ingestion:</a:t>
                      </a:r>
                    </a:p>
                    <a:p>
                      <a:endParaRPr lang="en-GB" sz="1350" b="1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Streaming ingestion from </a:t>
                      </a:r>
                      <a:r>
                        <a:rPr lang="en-GB" sz="1350" b="0" i="0" u="none" strike="noStrike" kern="1200" err="1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WebSDK</a:t>
                      </a: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 into Adobe Experience Platform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Primary identity ingested</a:t>
                      </a: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r>
                        <a:rPr lang="en-GB" sz="1350" b="1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Identities:</a:t>
                      </a:r>
                    </a:p>
                    <a:p>
                      <a:endParaRPr lang="en-GB" sz="1350" b="1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ECID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Partner ID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Email ID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Account ID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Phone ID</a:t>
                      </a: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r>
                        <a:rPr lang="en-GB" sz="1350" b="1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Segmentation:</a:t>
                      </a:r>
                    </a:p>
                    <a:p>
                      <a:endParaRPr lang="en-GB" sz="1350" b="1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Pet Insurance Interest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Dog Insurance Interest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High propensity to convert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Multi-policy prospect</a:t>
                      </a: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r>
                        <a:rPr lang="en-GB" sz="1350" b="1" i="0" u="sng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Journey Orchestration</a:t>
                      </a:r>
                    </a:p>
                    <a:p>
                      <a:endParaRPr lang="en-GB" sz="1350" b="1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Web Personalisation - multi policy 10% offer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GB" sz="1350">
                        <a:solidFill>
                          <a:sysClr val="windowText" lastClr="000000"/>
                        </a:solidFill>
                        <a:latin typeface="Adobe Clean" panose="020B0503020404020204" pitchFamily="34" charset="0"/>
                      </a:endParaRPr>
                    </a:p>
                  </a:txBody>
                  <a:tcPr marL="71997" marR="71997" marT="71997" marB="719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alpha val="9804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50" b="0" i="0" u="sng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CDP</a:t>
                      </a: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r>
                        <a:rPr lang="en-GB" sz="1350" b="1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Data ingestion:</a:t>
                      </a:r>
                    </a:p>
                    <a:p>
                      <a:endParaRPr lang="en-GB" sz="1350" b="1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Streaming ingestion from </a:t>
                      </a:r>
                      <a:r>
                        <a:rPr lang="en-GB" sz="1350" b="0" i="0" u="none" strike="noStrike" kern="1200" err="1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WebSDK</a:t>
                      </a: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 into Adobe Experience Platform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Propensity models ingested from MI Team</a:t>
                      </a: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r>
                        <a:rPr lang="en-GB" sz="1350" b="1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Identities:</a:t>
                      </a:r>
                    </a:p>
                    <a:p>
                      <a:endParaRPr lang="en-GB" sz="1350" b="1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ECID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Partner ID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Email ID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Account ID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Phone ID</a:t>
                      </a: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r>
                        <a:rPr lang="en-GB" sz="1350" b="1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Segmentation:</a:t>
                      </a:r>
                    </a:p>
                    <a:p>
                      <a:endParaRPr lang="en-GB" sz="1350" b="1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Pet Insurance Interest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Dog Insurance Interest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High propensity to convert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Multi-policy prospect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Pet insurance application form started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GB" sz="1350">
                        <a:solidFill>
                          <a:sysClr val="windowText" lastClr="000000"/>
                        </a:solidFill>
                        <a:latin typeface="Adobe Clean" panose="020B0503020404020204" pitchFamily="34" charset="0"/>
                      </a:endParaRPr>
                    </a:p>
                  </a:txBody>
                  <a:tcPr marL="71997" marR="71997" marT="71997" marB="719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alpha val="9804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50" b="0" i="0" u="sng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CDP</a:t>
                      </a: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r>
                        <a:rPr lang="en-GB" sz="1350" b="1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Data ingestion:</a:t>
                      </a:r>
                    </a:p>
                    <a:p>
                      <a:endParaRPr lang="en-GB" sz="1350" b="1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Streaming ingestion from </a:t>
                      </a:r>
                      <a:r>
                        <a:rPr lang="en-GB" sz="1350" b="0" i="0" u="none" strike="noStrike" kern="1200" err="1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WebSDK</a:t>
                      </a: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 into Adobe Experience Platform</a:t>
                      </a: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r>
                        <a:rPr lang="en-GB" sz="1350" b="1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Identities:</a:t>
                      </a:r>
                    </a:p>
                    <a:p>
                      <a:endParaRPr lang="en-GB" sz="1350" b="1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ECID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Partner ID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Email ID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Account ID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Phone ID</a:t>
                      </a: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r>
                        <a:rPr lang="en-GB" sz="1350" b="1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Segmentation:</a:t>
                      </a:r>
                    </a:p>
                    <a:p>
                      <a:endParaRPr lang="en-GB" sz="1350" b="1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Pet Insurance Interest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Dog Insurance Interest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High propensity to convert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Multi-policy prospect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Form Abandonment</a:t>
                      </a: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r>
                        <a:rPr lang="en-GB" sz="1350" b="1" i="0" u="sng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Journey Orchestration</a:t>
                      </a:r>
                    </a:p>
                    <a:p>
                      <a:endParaRPr lang="en-GB" sz="1350" b="1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Form abandon event triggered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GB" sz="1350">
                        <a:solidFill>
                          <a:sysClr val="windowText" lastClr="000000"/>
                        </a:solidFill>
                        <a:latin typeface="Adobe Clean" panose="020B0503020404020204" pitchFamily="34" charset="0"/>
                      </a:endParaRPr>
                    </a:p>
                  </a:txBody>
                  <a:tcPr marL="71997" marR="71997" marT="71997" marB="719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alpha val="9804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50" b="0" i="0" u="sng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CDP</a:t>
                      </a: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I</a:t>
                      </a:r>
                      <a:r>
                        <a:rPr lang="en-GB" sz="1350" b="1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dentities:</a:t>
                      </a:r>
                    </a:p>
                    <a:p>
                      <a:endParaRPr lang="en-GB" sz="1350" b="1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ECID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Partner ID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Email ID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Account ID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Phone ID</a:t>
                      </a: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r>
                        <a:rPr lang="en-GB" sz="1350" b="1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Segmentation:</a:t>
                      </a:r>
                    </a:p>
                    <a:p>
                      <a:endParaRPr lang="en-GB" sz="1350" b="1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Pet Insurance Interest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Dog Insurance Interest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High propensity to convert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Multi-policy prospect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Form Abandonment</a:t>
                      </a: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r>
                        <a:rPr lang="en-GB" sz="1350" b="1" i="0" u="sng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Journey Orchestration</a:t>
                      </a:r>
                    </a:p>
                    <a:p>
                      <a:endParaRPr lang="en-GB" sz="1350" b="1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Form abandon event triggered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Email and Push journey canvas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Multi policy 10% offer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GB" sz="1350">
                        <a:solidFill>
                          <a:sysClr val="windowText" lastClr="000000"/>
                        </a:solidFill>
                        <a:latin typeface="Adobe Clean" panose="020B0503020404020204" pitchFamily="34" charset="0"/>
                      </a:endParaRPr>
                    </a:p>
                  </a:txBody>
                  <a:tcPr marL="71997" marR="71997" marT="71997" marB="719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alpha val="9804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50" b="0" i="0" u="sng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CDP</a:t>
                      </a: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r>
                        <a:rPr lang="en-GB" sz="1350" b="1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Data ingestion:</a:t>
                      </a:r>
                    </a:p>
                    <a:p>
                      <a:endParaRPr lang="en-GB" sz="1350" b="1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Streaming ingestion from call centre into Adobe Experience Platform</a:t>
                      </a: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r>
                        <a:rPr lang="en-GB" sz="1350" b="1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Activation/Destinations:</a:t>
                      </a:r>
                    </a:p>
                    <a:p>
                      <a:endParaRPr lang="en-GB" sz="1350" b="1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Profile accessible within call centre system via profile API</a:t>
                      </a: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r>
                        <a:rPr lang="en-GB" sz="1350" b="1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Identities:</a:t>
                      </a:r>
                    </a:p>
                    <a:p>
                      <a:endParaRPr lang="en-GB" sz="1350" b="1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ECID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Partner ID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Email ID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Account ID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Phone ID</a:t>
                      </a: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r>
                        <a:rPr lang="en-GB" sz="1350" b="1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Segmentation:</a:t>
                      </a:r>
                    </a:p>
                    <a:p>
                      <a:endParaRPr lang="en-GB" sz="1350" b="1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Pet Insurance Interest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Dog Insurance Interest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High propensity to convert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Multi-policy prospect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Form Abandonment</a:t>
                      </a: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r>
                        <a:rPr lang="en-GB" sz="1350" b="1" i="0" u="sng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Journey Orchestration</a:t>
                      </a:r>
                    </a:p>
                    <a:p>
                      <a:endParaRPr lang="en-GB" sz="1350" b="1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Form abandon event triggered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GB" sz="1350">
                        <a:solidFill>
                          <a:sysClr val="windowText" lastClr="000000"/>
                        </a:solidFill>
                        <a:latin typeface="Adobe Clean" panose="020B0503020404020204" pitchFamily="34" charset="0"/>
                      </a:endParaRPr>
                    </a:p>
                  </a:txBody>
                  <a:tcPr marL="71997" marR="71997" marT="71997" marB="719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alpha val="9804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50" b="0" i="0" u="sng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CDP</a:t>
                      </a: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r>
                        <a:rPr lang="en-GB" sz="1350" b="1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Data ingestion:</a:t>
                      </a:r>
                    </a:p>
                    <a:p>
                      <a:endParaRPr lang="en-GB" sz="1350" b="1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Streaming ingestion from Guidewire into Adobe Experience Platform</a:t>
                      </a: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r>
                        <a:rPr lang="en-GB" sz="1350" b="1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Activation/ Destinations:</a:t>
                      </a:r>
                    </a:p>
                    <a:p>
                      <a:endParaRPr lang="en-GB" sz="1350" b="1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All customer attributes/ behaviours sent into Master Data within Informatica</a:t>
                      </a: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r>
                        <a:rPr lang="en-GB" sz="1350" b="1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Identities:</a:t>
                      </a:r>
                    </a:p>
                    <a:p>
                      <a:endParaRPr lang="en-GB" sz="1350" b="1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ECID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Partner ID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Email ID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Account ID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Phone ID</a:t>
                      </a: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r>
                        <a:rPr lang="en-GB" sz="1350" b="1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Segmentation:</a:t>
                      </a:r>
                    </a:p>
                    <a:p>
                      <a:endParaRPr lang="en-GB" sz="1350" b="1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New Pet insurance customer </a:t>
                      </a: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r>
                        <a:rPr lang="en-GB" sz="1350" b="1" i="0" u="sng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Journey Orchestration</a:t>
                      </a:r>
                    </a:p>
                    <a:p>
                      <a:endParaRPr lang="en-GB" sz="1350" b="1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Confirmation email and follow ups communications across multiple channels</a:t>
                      </a:r>
                    </a:p>
                  </a:txBody>
                  <a:tcPr marL="71997" marR="71997" marT="71997" marB="719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alpha val="9804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3826644"/>
                  </a:ext>
                </a:extLst>
              </a:tr>
              <a:tr h="384031">
                <a:tc>
                  <a:txBody>
                    <a:bodyPr/>
                    <a:lstStyle/>
                    <a:p>
                      <a:pPr algn="l"/>
                      <a:r>
                        <a:rPr lang="en-GB" sz="2200" b="1" i="0">
                          <a:solidFill>
                            <a:schemeClr val="tx1"/>
                          </a:solidFill>
                          <a:latin typeface="Adobe Clean" panose="020B0503020404020204" pitchFamily="34" charset="0"/>
                        </a:rPr>
                        <a:t>Existing Admiral Technology</a:t>
                      </a:r>
                    </a:p>
                  </a:txBody>
                  <a:tcPr marL="71997" marR="71997" marT="71997" marB="7199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7EB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50" b="1" i="0" u="sng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Guidewire</a:t>
                      </a: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Existing policy details – to be brought in using the ‘integration gateway’ using the OData or REST batch connector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r>
                        <a:rPr lang="en-GB" sz="1350" b="1" i="0" u="sng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Informatica </a:t>
                      </a: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Current policy and customer information contained within Master Data Platform brought in via REST APIs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GB" sz="1350">
                        <a:solidFill>
                          <a:sysClr val="windowText" lastClr="000000"/>
                        </a:solidFill>
                        <a:latin typeface="Adobe Clean" panose="020B0503020404020204" pitchFamily="34" charset="0"/>
                      </a:endParaRPr>
                    </a:p>
                  </a:txBody>
                  <a:tcPr marL="71997" marR="71997" marT="71997" marB="719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7EBEE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GB" sz="1350" b="1" i="0" u="sng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Guidewire</a:t>
                      </a: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Captures personal details of prospect and shares quote with comparison engine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Sends customer details and quote generated to Adobe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rgbClr val="00B050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r>
                        <a:rPr lang="en-GB" sz="1350" b="1" i="0" u="sng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Informatica </a:t>
                      </a: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Information captured from comparison engine gets added to Admiral's Master Data Platform</a:t>
                      </a: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GB" sz="1350">
                        <a:solidFill>
                          <a:sysClr val="windowText" lastClr="000000"/>
                        </a:solidFill>
                        <a:latin typeface="Adobe Clean" panose="020B0503020404020204" pitchFamily="34" charset="0"/>
                      </a:endParaRPr>
                    </a:p>
                  </a:txBody>
                  <a:tcPr marL="71997" marR="71997" marT="71997" marB="719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7EB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350" b="1" i="0" u="sng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CMS</a:t>
                      </a: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Rapidly assemble building blocks to create bespoke landing page for quote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r>
                        <a:rPr lang="en-GB" sz="1350" b="1" i="0" u="sng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Analytics</a:t>
                      </a: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Engagement metrics including - CTR, CTA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GB" sz="1350">
                        <a:solidFill>
                          <a:sysClr val="windowText" lastClr="000000"/>
                        </a:solidFill>
                        <a:latin typeface="Adobe Clean" panose="020B0503020404020204" pitchFamily="34" charset="0"/>
                      </a:endParaRPr>
                    </a:p>
                  </a:txBody>
                  <a:tcPr marL="71997" marR="71997" marT="71997" marB="719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7EB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50" b="1" i="0" u="sng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Social and Ad Platforms</a:t>
                      </a:r>
                    </a:p>
                    <a:p>
                      <a:endParaRPr lang="en-GB" sz="1350" b="1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Facebook, Google, DSPs etc</a:t>
                      </a:r>
                    </a:p>
                    <a:p>
                      <a:endParaRPr lang="en-GB" sz="1350" b="0" i="0" u="sng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r>
                        <a:rPr lang="en-GB" sz="1350" b="1" i="0" u="sng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Analytics</a:t>
                      </a:r>
                    </a:p>
                    <a:p>
                      <a:endParaRPr lang="en-GB" sz="1350" b="1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Marketing channel analytics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Attribution analysis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GB" sz="1350">
                        <a:solidFill>
                          <a:sysClr val="windowText" lastClr="000000"/>
                        </a:solidFill>
                        <a:latin typeface="Adobe Clean" panose="020B0503020404020204" pitchFamily="34" charset="0"/>
                      </a:endParaRPr>
                    </a:p>
                  </a:txBody>
                  <a:tcPr marL="71997" marR="71997" marT="71997" marB="719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7EB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50" b="1" i="0" u="sng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CMS</a:t>
                      </a: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Admiral Homepage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Rank higher in SEO and deliver relevant pages faster whilst reducing bounce rates </a:t>
                      </a: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r>
                        <a:rPr lang="en-GB" sz="1350" b="1" i="0" u="sng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Analytics</a:t>
                      </a: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Engagement metrics including - CTR, CTA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GB" sz="1350">
                        <a:solidFill>
                          <a:sysClr val="windowText" lastClr="000000"/>
                        </a:solidFill>
                        <a:latin typeface="Adobe Clean" panose="020B0503020404020204" pitchFamily="34" charset="0"/>
                      </a:endParaRPr>
                    </a:p>
                  </a:txBody>
                  <a:tcPr marL="71997" marR="71997" marT="71997" marB="719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7EB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50" b="1" i="0" u="sng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CMS</a:t>
                      </a:r>
                      <a:endParaRPr lang="en-GB" sz="1350" b="1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Experience driven commerce pages to reduce friction whilst browsing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r>
                        <a:rPr lang="en-GB" sz="1350" b="1" i="0" u="sng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Analytics</a:t>
                      </a:r>
                    </a:p>
                    <a:p>
                      <a:endParaRPr lang="en-GB" sz="1350" b="1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Engagement metrics including - CTR, CTA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Flow analysis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GB" sz="1350">
                        <a:solidFill>
                          <a:sysClr val="windowText" lastClr="000000"/>
                        </a:solidFill>
                        <a:latin typeface="Adobe Clean" panose="020B0503020404020204" pitchFamily="34" charset="0"/>
                      </a:endParaRPr>
                    </a:p>
                  </a:txBody>
                  <a:tcPr marL="71997" marR="71997" marT="71997" marB="719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7EB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50" b="1" i="0" u="sng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CMS</a:t>
                      </a: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Admiral homepage/ log in pages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Reusable content fragments </a:t>
                      </a:r>
                    </a:p>
                    <a:p>
                      <a:endParaRPr lang="en-GB" sz="1350" b="0" i="0" u="sng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r>
                        <a:rPr lang="en-GB" sz="1350" b="1" i="0" u="sng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Analytics</a:t>
                      </a:r>
                    </a:p>
                    <a:p>
                      <a:endParaRPr lang="en-GB" sz="1350" b="1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Engagement metrics including - CTR, CTA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Flow analysis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Campaign performance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GB" sz="1350">
                        <a:solidFill>
                          <a:sysClr val="windowText" lastClr="000000"/>
                        </a:solidFill>
                        <a:latin typeface="Adobe Clean" panose="020B0503020404020204" pitchFamily="34" charset="0"/>
                      </a:endParaRPr>
                    </a:p>
                  </a:txBody>
                  <a:tcPr marL="71997" marR="71997" marT="71997" marB="719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7EB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50" b="1" i="0" u="sng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Guidewire</a:t>
                      </a: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Quote details shared on page</a:t>
                      </a:r>
                    </a:p>
                    <a:p>
                      <a:endParaRPr lang="en-GB" sz="1350" b="0" i="0" u="sng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r>
                        <a:rPr lang="en-GB" sz="1350" b="1" i="0" u="sng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CMS</a:t>
                      </a:r>
                    </a:p>
                    <a:p>
                      <a:endParaRPr lang="en-GB" sz="1350" b="1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Personalised application forms with responsive experiences across all devices/ channels </a:t>
                      </a:r>
                    </a:p>
                    <a:p>
                      <a:endParaRPr lang="en-GB" sz="1350" b="0" i="0" u="sng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r>
                        <a:rPr lang="en-GB" sz="1350" b="1" i="0" u="sng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Analytics</a:t>
                      </a: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Engagement metrics including - CTR, CTA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Flow analysis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Fallout analysis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Attribution analysis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Form performance</a:t>
                      </a: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GB" sz="1350" b="1" i="0" u="sng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External ML Models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GB" sz="1350" b="1" i="0" u="sng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Ingested via batch or streaming </a:t>
                      </a: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GB" sz="1350">
                        <a:solidFill>
                          <a:sysClr val="windowText" lastClr="000000"/>
                        </a:solidFill>
                        <a:latin typeface="Adobe Clean" panose="020B0503020404020204" pitchFamily="34" charset="0"/>
                      </a:endParaRPr>
                    </a:p>
                  </a:txBody>
                  <a:tcPr marL="71997" marR="71997" marT="71997" marB="719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7EB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50" b="1" i="0" u="sng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CMS</a:t>
                      </a: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Personalised application forms with responsive experiences across all devices/ channels </a:t>
                      </a:r>
                    </a:p>
                    <a:p>
                      <a:endParaRPr lang="en-GB" sz="1350" b="0" i="0" u="sng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r>
                        <a:rPr lang="en-GB" sz="1350" b="1" i="0" u="sng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Analytics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Engagement metrics including - CTR, CTA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Flow analysis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Fallout analysis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Attribution analysis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Form performance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GB" sz="1350">
                        <a:solidFill>
                          <a:sysClr val="windowText" lastClr="000000"/>
                        </a:solidFill>
                        <a:latin typeface="Adobe Clean" panose="020B0503020404020204" pitchFamily="34" charset="0"/>
                      </a:endParaRPr>
                    </a:p>
                  </a:txBody>
                  <a:tcPr marL="71997" marR="71997" marT="71997" marB="719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7EB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50" b="1" i="0" u="sng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Analytics</a:t>
                      </a: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Campaign performance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GB" sz="1350">
                        <a:solidFill>
                          <a:sysClr val="windowText" lastClr="000000"/>
                        </a:solidFill>
                        <a:latin typeface="Adobe Clean" panose="020B0503020404020204" pitchFamily="34" charset="0"/>
                      </a:endParaRPr>
                    </a:p>
                  </a:txBody>
                  <a:tcPr marL="71997" marR="71997" marT="71997" marB="719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7EB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50" b="1" i="0" u="sng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Genesys </a:t>
                      </a:r>
                    </a:p>
                    <a:p>
                      <a:endParaRPr lang="en-GB" sz="1350" b="1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Call centre engagement</a:t>
                      </a:r>
                    </a:p>
                    <a:p>
                      <a:pPr marL="285750" indent="-285750" algn="l" defTabSz="2851191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tx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Call centre UI is able to get a real-time holistic view of the profile in AEP by using the Profile Access REST API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GB" sz="1350">
                        <a:solidFill>
                          <a:sysClr val="windowText" lastClr="000000"/>
                        </a:solidFill>
                        <a:latin typeface="Adobe Clean" panose="020B0503020404020204" pitchFamily="34" charset="0"/>
                      </a:endParaRPr>
                    </a:p>
                  </a:txBody>
                  <a:tcPr marL="71997" marR="71997" marT="71997" marB="719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7EB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50" b="1" i="0" u="sng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Guidewire</a:t>
                      </a: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New policy issued</a:t>
                      </a:r>
                    </a:p>
                    <a:p>
                      <a:endParaRPr lang="en-GB" sz="1350" b="0" i="0" u="sng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r>
                        <a:rPr lang="en-GB" sz="1350" b="0" i="0" u="sng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Informatica </a:t>
                      </a:r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endParaRPr lang="en-GB" sz="1350" b="0" i="0" u="none" strike="noStrike" kern="1200">
                        <a:solidFill>
                          <a:schemeClr val="dk1"/>
                        </a:solidFill>
                        <a:effectLst/>
                        <a:latin typeface="Adobe Clean" panose="020B0503020404020204" pitchFamily="34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dk1"/>
                          </a:solidFill>
                          <a:effectLst/>
                          <a:latin typeface="Adobe Clean" panose="020B0503020404020204" pitchFamily="34" charset="0"/>
                          <a:ea typeface="+mn-ea"/>
                          <a:cs typeface="+mn-cs"/>
                        </a:rPr>
                        <a:t>Master Data record updated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50" b="0" i="0" u="none" strike="noStrike" kern="1200">
                          <a:solidFill>
                            <a:schemeClr val="tx1"/>
                          </a:solidFill>
                          <a:effectLst/>
                          <a:latin typeface="Adobe Clean"/>
                          <a:ea typeface="+mn-ea"/>
                          <a:cs typeface="+mn-cs"/>
                        </a:rPr>
                        <a:t>Sync relevant behaviour data from AEP with the customer master data using the informatica REST APIs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GB" sz="1350">
                        <a:solidFill>
                          <a:sysClr val="windowText" lastClr="000000"/>
                        </a:solidFill>
                        <a:latin typeface="Adobe Clean" panose="020B0503020404020204" pitchFamily="34" charset="0"/>
                      </a:endParaRPr>
                    </a:p>
                  </a:txBody>
                  <a:tcPr marL="71997" marR="71997" marT="71997" marB="719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7EB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13319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69B519B6-6E75-C4BE-E475-E319DFC0BCDC}"/>
              </a:ext>
            </a:extLst>
          </p:cNvPr>
          <p:cNvGrpSpPr/>
          <p:nvPr/>
        </p:nvGrpSpPr>
        <p:grpSpPr>
          <a:xfrm>
            <a:off x="152400" y="2558860"/>
            <a:ext cx="30122813" cy="4134575"/>
            <a:chOff x="152400" y="3473260"/>
            <a:chExt cx="22963510" cy="413457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A12868B-097C-961E-74B2-B4E58F37C8C1}"/>
                </a:ext>
              </a:extLst>
            </p:cNvPr>
            <p:cNvGrpSpPr/>
            <p:nvPr/>
          </p:nvGrpSpPr>
          <p:grpSpPr>
            <a:xfrm flipH="1">
              <a:off x="11557955" y="3473260"/>
              <a:ext cx="11557955" cy="4134575"/>
              <a:chOff x="387096" y="1863803"/>
              <a:chExt cx="11339138" cy="4096913"/>
            </a:xfrm>
          </p:grpSpPr>
          <p:sp>
            <p:nvSpPr>
              <p:cNvPr id="9" name="Freeform: Shape 314">
                <a:extLst>
                  <a:ext uri="{FF2B5EF4-FFF2-40B4-BE49-F238E27FC236}">
                    <a16:creationId xmlns:a16="http://schemas.microsoft.com/office/drawing/2014/main" id="{B1F8707B-4A90-372B-0C49-90C9EB7785C9}"/>
                  </a:ext>
                </a:extLst>
              </p:cNvPr>
              <p:cNvSpPr/>
              <p:nvPr/>
            </p:nvSpPr>
            <p:spPr>
              <a:xfrm>
                <a:off x="387096" y="1863803"/>
                <a:ext cx="5670804" cy="3505654"/>
              </a:xfrm>
              <a:custGeom>
                <a:avLst/>
                <a:gdLst>
                  <a:gd name="connsiteX0" fmla="*/ 4193735 w 5670804"/>
                  <a:gd name="connsiteY0" fmla="*/ 0 h 3505654"/>
                  <a:gd name="connsiteX1" fmla="*/ 4954481 w 5670804"/>
                  <a:gd name="connsiteY1" fmla="*/ 696978 h 3505654"/>
                  <a:gd name="connsiteX2" fmla="*/ 4958929 w 5670804"/>
                  <a:gd name="connsiteY2" fmla="*/ 710325 h 3505654"/>
                  <a:gd name="connsiteX3" fmla="*/ 4958929 w 5670804"/>
                  <a:gd name="connsiteY3" fmla="*/ 1306464 h 3505654"/>
                  <a:gd name="connsiteX4" fmla="*/ 5606048 w 5670804"/>
                  <a:gd name="connsiteY4" fmla="*/ 2023442 h 3505654"/>
                  <a:gd name="connsiteX5" fmla="*/ 5670804 w 5670804"/>
                  <a:gd name="connsiteY5" fmla="*/ 2026723 h 3505654"/>
                  <a:gd name="connsiteX6" fmla="*/ 5670804 w 5670804"/>
                  <a:gd name="connsiteY6" fmla="*/ 2070240 h 3505654"/>
                  <a:gd name="connsiteX7" fmla="*/ 5540173 w 5670804"/>
                  <a:gd name="connsiteY7" fmla="*/ 2057705 h 3505654"/>
                  <a:gd name="connsiteX8" fmla="*/ 4924822 w 5670804"/>
                  <a:gd name="connsiteY8" fmla="*/ 1374679 h 3505654"/>
                  <a:gd name="connsiteX9" fmla="*/ 4920374 w 5670804"/>
                  <a:gd name="connsiteY9" fmla="*/ 1361333 h 3505654"/>
                  <a:gd name="connsiteX10" fmla="*/ 4920374 w 5670804"/>
                  <a:gd name="connsiteY10" fmla="*/ 765193 h 3505654"/>
                  <a:gd name="connsiteX11" fmla="*/ 4199668 w 5670804"/>
                  <a:gd name="connsiteY11" fmla="*/ 44487 h 3505654"/>
                  <a:gd name="connsiteX12" fmla="*/ 3478962 w 5670804"/>
                  <a:gd name="connsiteY12" fmla="*/ 765193 h 3505654"/>
                  <a:gd name="connsiteX13" fmla="*/ 3478962 w 5670804"/>
                  <a:gd name="connsiteY13" fmla="*/ 1312396 h 3505654"/>
                  <a:gd name="connsiteX14" fmla="*/ 3478962 w 5670804"/>
                  <a:gd name="connsiteY14" fmla="*/ 2740461 h 3505654"/>
                  <a:gd name="connsiteX15" fmla="*/ 2713769 w 5670804"/>
                  <a:gd name="connsiteY15" fmla="*/ 3505654 h 3505654"/>
                  <a:gd name="connsiteX16" fmla="*/ 1948575 w 5670804"/>
                  <a:gd name="connsiteY16" fmla="*/ 2740461 h 3505654"/>
                  <a:gd name="connsiteX17" fmla="*/ 1948575 w 5670804"/>
                  <a:gd name="connsiteY17" fmla="*/ 2194741 h 3505654"/>
                  <a:gd name="connsiteX18" fmla="*/ 1945609 w 5670804"/>
                  <a:gd name="connsiteY18" fmla="*/ 2184360 h 3505654"/>
                  <a:gd name="connsiteX19" fmla="*/ 1224904 w 5670804"/>
                  <a:gd name="connsiteY19" fmla="*/ 1463656 h 3505654"/>
                  <a:gd name="connsiteX20" fmla="*/ 22244 w 5670804"/>
                  <a:gd name="connsiteY20" fmla="*/ 1463656 h 3505654"/>
                  <a:gd name="connsiteX21" fmla="*/ 0 w 5670804"/>
                  <a:gd name="connsiteY21" fmla="*/ 1441410 h 3505654"/>
                  <a:gd name="connsiteX22" fmla="*/ 22244 w 5670804"/>
                  <a:gd name="connsiteY22" fmla="*/ 1419167 h 3505654"/>
                  <a:gd name="connsiteX23" fmla="*/ 1220454 w 5670804"/>
                  <a:gd name="connsiteY23" fmla="*/ 1419167 h 3505654"/>
                  <a:gd name="connsiteX24" fmla="*/ 1982683 w 5670804"/>
                  <a:gd name="connsiteY24" fmla="*/ 2129492 h 3505654"/>
                  <a:gd name="connsiteX25" fmla="*/ 1987130 w 5670804"/>
                  <a:gd name="connsiteY25" fmla="*/ 2142838 h 3505654"/>
                  <a:gd name="connsiteX26" fmla="*/ 1987130 w 5670804"/>
                  <a:gd name="connsiteY26" fmla="*/ 2738977 h 3505654"/>
                  <a:gd name="connsiteX27" fmla="*/ 2707838 w 5670804"/>
                  <a:gd name="connsiteY27" fmla="*/ 3459684 h 3505654"/>
                  <a:gd name="connsiteX28" fmla="*/ 3428542 w 5670804"/>
                  <a:gd name="connsiteY28" fmla="*/ 2738977 h 3505654"/>
                  <a:gd name="connsiteX29" fmla="*/ 3428542 w 5670804"/>
                  <a:gd name="connsiteY29" fmla="*/ 2191775 h 3505654"/>
                  <a:gd name="connsiteX30" fmla="*/ 3428542 w 5670804"/>
                  <a:gd name="connsiteY30" fmla="*/ 765193 h 3505654"/>
                  <a:gd name="connsiteX31" fmla="*/ 4193735 w 5670804"/>
                  <a:gd name="connsiteY31" fmla="*/ 0 h 35056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5670804" h="3505654">
                    <a:moveTo>
                      <a:pt x="4193735" y="0"/>
                    </a:moveTo>
                    <a:cubicBezTo>
                      <a:pt x="4591161" y="0"/>
                      <a:pt x="4920374" y="306966"/>
                      <a:pt x="4954481" y="696978"/>
                    </a:cubicBezTo>
                    <a:cubicBezTo>
                      <a:pt x="4957447" y="701427"/>
                      <a:pt x="4958929" y="705875"/>
                      <a:pt x="4958929" y="710325"/>
                    </a:cubicBezTo>
                    <a:lnTo>
                      <a:pt x="4958929" y="1306464"/>
                    </a:lnTo>
                    <a:cubicBezTo>
                      <a:pt x="4958929" y="1679051"/>
                      <a:pt x="5243062" y="1986470"/>
                      <a:pt x="5606048" y="2023442"/>
                    </a:cubicBezTo>
                    <a:lnTo>
                      <a:pt x="5670804" y="2026723"/>
                    </a:lnTo>
                    <a:lnTo>
                      <a:pt x="5670804" y="2070240"/>
                    </a:lnTo>
                    <a:lnTo>
                      <a:pt x="5540173" y="2057705"/>
                    </a:lnTo>
                    <a:cubicBezTo>
                      <a:pt x="5210449" y="1993618"/>
                      <a:pt x="4954666" y="1715939"/>
                      <a:pt x="4924822" y="1374679"/>
                    </a:cubicBezTo>
                    <a:cubicBezTo>
                      <a:pt x="4921856" y="1370230"/>
                      <a:pt x="4920374" y="1365782"/>
                      <a:pt x="4920374" y="1361333"/>
                    </a:cubicBezTo>
                    <a:lnTo>
                      <a:pt x="4920374" y="765193"/>
                    </a:lnTo>
                    <a:cubicBezTo>
                      <a:pt x="4920374" y="367767"/>
                      <a:pt x="4597094" y="44487"/>
                      <a:pt x="4199668" y="44487"/>
                    </a:cubicBezTo>
                    <a:cubicBezTo>
                      <a:pt x="3802242" y="44487"/>
                      <a:pt x="3478962" y="367767"/>
                      <a:pt x="3478962" y="765193"/>
                    </a:cubicBezTo>
                    <a:lnTo>
                      <a:pt x="3478962" y="1312396"/>
                    </a:lnTo>
                    <a:lnTo>
                      <a:pt x="3478962" y="2740461"/>
                    </a:lnTo>
                    <a:cubicBezTo>
                      <a:pt x="3478962" y="3163097"/>
                      <a:pt x="3136404" y="3505654"/>
                      <a:pt x="2713769" y="3505654"/>
                    </a:cubicBezTo>
                    <a:cubicBezTo>
                      <a:pt x="2291133" y="3505654"/>
                      <a:pt x="1948575" y="3161613"/>
                      <a:pt x="1948575" y="2740461"/>
                    </a:cubicBezTo>
                    <a:lnTo>
                      <a:pt x="1948575" y="2194741"/>
                    </a:lnTo>
                    <a:cubicBezTo>
                      <a:pt x="1947091" y="2191775"/>
                      <a:pt x="1945609" y="2188809"/>
                      <a:pt x="1945609" y="2184360"/>
                    </a:cubicBezTo>
                    <a:cubicBezTo>
                      <a:pt x="1945609" y="1786934"/>
                      <a:pt x="1622330" y="1463656"/>
                      <a:pt x="1224904" y="1463656"/>
                    </a:cubicBezTo>
                    <a:lnTo>
                      <a:pt x="22244" y="1463656"/>
                    </a:lnTo>
                    <a:cubicBezTo>
                      <a:pt x="10381" y="1463656"/>
                      <a:pt x="0" y="1453274"/>
                      <a:pt x="0" y="1441410"/>
                    </a:cubicBezTo>
                    <a:cubicBezTo>
                      <a:pt x="0" y="1429547"/>
                      <a:pt x="10381" y="1419167"/>
                      <a:pt x="22244" y="1419167"/>
                    </a:cubicBezTo>
                    <a:lnTo>
                      <a:pt x="1220454" y="1419167"/>
                    </a:lnTo>
                    <a:cubicBezTo>
                      <a:pt x="1623813" y="1419167"/>
                      <a:pt x="1954507" y="1733549"/>
                      <a:pt x="1982683" y="2129492"/>
                    </a:cubicBezTo>
                    <a:cubicBezTo>
                      <a:pt x="1985649" y="2132458"/>
                      <a:pt x="1987130" y="2136907"/>
                      <a:pt x="1987130" y="2142838"/>
                    </a:cubicBezTo>
                    <a:lnTo>
                      <a:pt x="1987130" y="2738977"/>
                    </a:lnTo>
                    <a:cubicBezTo>
                      <a:pt x="1987130" y="3136404"/>
                      <a:pt x="2310410" y="3459684"/>
                      <a:pt x="2707838" y="3459684"/>
                    </a:cubicBezTo>
                    <a:cubicBezTo>
                      <a:pt x="3105263" y="3459684"/>
                      <a:pt x="3428542" y="3136404"/>
                      <a:pt x="3428542" y="2738977"/>
                    </a:cubicBezTo>
                    <a:lnTo>
                      <a:pt x="3428542" y="2191775"/>
                    </a:lnTo>
                    <a:lnTo>
                      <a:pt x="3428542" y="765193"/>
                    </a:lnTo>
                    <a:cubicBezTo>
                      <a:pt x="3428542" y="342558"/>
                      <a:pt x="3772583" y="0"/>
                      <a:pt x="4193735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w="13374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dobe Clean SemiLight" panose="020B0403020404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1" name="Freeform: Shape 315">
                <a:extLst>
                  <a:ext uri="{FF2B5EF4-FFF2-40B4-BE49-F238E27FC236}">
                    <a16:creationId xmlns:a16="http://schemas.microsoft.com/office/drawing/2014/main" id="{DAD5C2E7-B763-02AC-C388-25D8D7BF1204}"/>
                  </a:ext>
                </a:extLst>
              </p:cNvPr>
              <p:cNvSpPr/>
              <p:nvPr/>
            </p:nvSpPr>
            <p:spPr>
              <a:xfrm flipH="1" flipV="1">
                <a:off x="6055430" y="2455062"/>
                <a:ext cx="5670804" cy="3505654"/>
              </a:xfrm>
              <a:custGeom>
                <a:avLst/>
                <a:gdLst>
                  <a:gd name="connsiteX0" fmla="*/ 4193735 w 5670804"/>
                  <a:gd name="connsiteY0" fmla="*/ 0 h 3505654"/>
                  <a:gd name="connsiteX1" fmla="*/ 4954481 w 5670804"/>
                  <a:gd name="connsiteY1" fmla="*/ 696978 h 3505654"/>
                  <a:gd name="connsiteX2" fmla="*/ 4958929 w 5670804"/>
                  <a:gd name="connsiteY2" fmla="*/ 710325 h 3505654"/>
                  <a:gd name="connsiteX3" fmla="*/ 4958929 w 5670804"/>
                  <a:gd name="connsiteY3" fmla="*/ 1306464 h 3505654"/>
                  <a:gd name="connsiteX4" fmla="*/ 5606048 w 5670804"/>
                  <a:gd name="connsiteY4" fmla="*/ 2023442 h 3505654"/>
                  <a:gd name="connsiteX5" fmla="*/ 5670804 w 5670804"/>
                  <a:gd name="connsiteY5" fmla="*/ 2026723 h 3505654"/>
                  <a:gd name="connsiteX6" fmla="*/ 5670804 w 5670804"/>
                  <a:gd name="connsiteY6" fmla="*/ 2070240 h 3505654"/>
                  <a:gd name="connsiteX7" fmla="*/ 5540173 w 5670804"/>
                  <a:gd name="connsiteY7" fmla="*/ 2057705 h 3505654"/>
                  <a:gd name="connsiteX8" fmla="*/ 4924822 w 5670804"/>
                  <a:gd name="connsiteY8" fmla="*/ 1374679 h 3505654"/>
                  <a:gd name="connsiteX9" fmla="*/ 4920374 w 5670804"/>
                  <a:gd name="connsiteY9" fmla="*/ 1361333 h 3505654"/>
                  <a:gd name="connsiteX10" fmla="*/ 4920374 w 5670804"/>
                  <a:gd name="connsiteY10" fmla="*/ 765193 h 3505654"/>
                  <a:gd name="connsiteX11" fmla="*/ 4199668 w 5670804"/>
                  <a:gd name="connsiteY11" fmla="*/ 44487 h 3505654"/>
                  <a:gd name="connsiteX12" fmla="*/ 3478962 w 5670804"/>
                  <a:gd name="connsiteY12" fmla="*/ 765193 h 3505654"/>
                  <a:gd name="connsiteX13" fmla="*/ 3478962 w 5670804"/>
                  <a:gd name="connsiteY13" fmla="*/ 1312396 h 3505654"/>
                  <a:gd name="connsiteX14" fmla="*/ 3478962 w 5670804"/>
                  <a:gd name="connsiteY14" fmla="*/ 2740461 h 3505654"/>
                  <a:gd name="connsiteX15" fmla="*/ 2713769 w 5670804"/>
                  <a:gd name="connsiteY15" fmla="*/ 3505654 h 3505654"/>
                  <a:gd name="connsiteX16" fmla="*/ 1948575 w 5670804"/>
                  <a:gd name="connsiteY16" fmla="*/ 2740461 h 3505654"/>
                  <a:gd name="connsiteX17" fmla="*/ 1948575 w 5670804"/>
                  <a:gd name="connsiteY17" fmla="*/ 2194741 h 3505654"/>
                  <a:gd name="connsiteX18" fmla="*/ 1945609 w 5670804"/>
                  <a:gd name="connsiteY18" fmla="*/ 2184360 h 3505654"/>
                  <a:gd name="connsiteX19" fmla="*/ 1224904 w 5670804"/>
                  <a:gd name="connsiteY19" fmla="*/ 1463656 h 3505654"/>
                  <a:gd name="connsiteX20" fmla="*/ 22244 w 5670804"/>
                  <a:gd name="connsiteY20" fmla="*/ 1463656 h 3505654"/>
                  <a:gd name="connsiteX21" fmla="*/ 0 w 5670804"/>
                  <a:gd name="connsiteY21" fmla="*/ 1441410 h 3505654"/>
                  <a:gd name="connsiteX22" fmla="*/ 22244 w 5670804"/>
                  <a:gd name="connsiteY22" fmla="*/ 1419167 h 3505654"/>
                  <a:gd name="connsiteX23" fmla="*/ 1220454 w 5670804"/>
                  <a:gd name="connsiteY23" fmla="*/ 1419167 h 3505654"/>
                  <a:gd name="connsiteX24" fmla="*/ 1982683 w 5670804"/>
                  <a:gd name="connsiteY24" fmla="*/ 2129492 h 3505654"/>
                  <a:gd name="connsiteX25" fmla="*/ 1987130 w 5670804"/>
                  <a:gd name="connsiteY25" fmla="*/ 2142838 h 3505654"/>
                  <a:gd name="connsiteX26" fmla="*/ 1987130 w 5670804"/>
                  <a:gd name="connsiteY26" fmla="*/ 2738977 h 3505654"/>
                  <a:gd name="connsiteX27" fmla="*/ 2707838 w 5670804"/>
                  <a:gd name="connsiteY27" fmla="*/ 3459684 h 3505654"/>
                  <a:gd name="connsiteX28" fmla="*/ 3428542 w 5670804"/>
                  <a:gd name="connsiteY28" fmla="*/ 2738977 h 3505654"/>
                  <a:gd name="connsiteX29" fmla="*/ 3428542 w 5670804"/>
                  <a:gd name="connsiteY29" fmla="*/ 2191775 h 3505654"/>
                  <a:gd name="connsiteX30" fmla="*/ 3428542 w 5670804"/>
                  <a:gd name="connsiteY30" fmla="*/ 765193 h 3505654"/>
                  <a:gd name="connsiteX31" fmla="*/ 4193735 w 5670804"/>
                  <a:gd name="connsiteY31" fmla="*/ 0 h 35056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5670804" h="3505654">
                    <a:moveTo>
                      <a:pt x="4193735" y="0"/>
                    </a:moveTo>
                    <a:cubicBezTo>
                      <a:pt x="4591161" y="0"/>
                      <a:pt x="4920374" y="306966"/>
                      <a:pt x="4954481" y="696978"/>
                    </a:cubicBezTo>
                    <a:cubicBezTo>
                      <a:pt x="4957447" y="701427"/>
                      <a:pt x="4958929" y="705875"/>
                      <a:pt x="4958929" y="710325"/>
                    </a:cubicBezTo>
                    <a:lnTo>
                      <a:pt x="4958929" y="1306464"/>
                    </a:lnTo>
                    <a:cubicBezTo>
                      <a:pt x="4958929" y="1679051"/>
                      <a:pt x="5243062" y="1986470"/>
                      <a:pt x="5606048" y="2023442"/>
                    </a:cubicBezTo>
                    <a:lnTo>
                      <a:pt x="5670804" y="2026723"/>
                    </a:lnTo>
                    <a:lnTo>
                      <a:pt x="5670804" y="2070240"/>
                    </a:lnTo>
                    <a:lnTo>
                      <a:pt x="5540173" y="2057705"/>
                    </a:lnTo>
                    <a:cubicBezTo>
                      <a:pt x="5210449" y="1993618"/>
                      <a:pt x="4954666" y="1715939"/>
                      <a:pt x="4924822" y="1374679"/>
                    </a:cubicBezTo>
                    <a:cubicBezTo>
                      <a:pt x="4921856" y="1370230"/>
                      <a:pt x="4920374" y="1365782"/>
                      <a:pt x="4920374" y="1361333"/>
                    </a:cubicBezTo>
                    <a:lnTo>
                      <a:pt x="4920374" y="765193"/>
                    </a:lnTo>
                    <a:cubicBezTo>
                      <a:pt x="4920374" y="367767"/>
                      <a:pt x="4597094" y="44487"/>
                      <a:pt x="4199668" y="44487"/>
                    </a:cubicBezTo>
                    <a:cubicBezTo>
                      <a:pt x="3802242" y="44487"/>
                      <a:pt x="3478962" y="367767"/>
                      <a:pt x="3478962" y="765193"/>
                    </a:cubicBezTo>
                    <a:lnTo>
                      <a:pt x="3478962" y="1312396"/>
                    </a:lnTo>
                    <a:lnTo>
                      <a:pt x="3478962" y="2740461"/>
                    </a:lnTo>
                    <a:cubicBezTo>
                      <a:pt x="3478962" y="3163097"/>
                      <a:pt x="3136404" y="3505654"/>
                      <a:pt x="2713769" y="3505654"/>
                    </a:cubicBezTo>
                    <a:cubicBezTo>
                      <a:pt x="2291133" y="3505654"/>
                      <a:pt x="1948575" y="3161613"/>
                      <a:pt x="1948575" y="2740461"/>
                    </a:cubicBezTo>
                    <a:lnTo>
                      <a:pt x="1948575" y="2194741"/>
                    </a:lnTo>
                    <a:cubicBezTo>
                      <a:pt x="1947091" y="2191775"/>
                      <a:pt x="1945609" y="2188809"/>
                      <a:pt x="1945609" y="2184360"/>
                    </a:cubicBezTo>
                    <a:cubicBezTo>
                      <a:pt x="1945609" y="1786934"/>
                      <a:pt x="1622330" y="1463656"/>
                      <a:pt x="1224904" y="1463656"/>
                    </a:cubicBezTo>
                    <a:lnTo>
                      <a:pt x="22244" y="1463656"/>
                    </a:lnTo>
                    <a:cubicBezTo>
                      <a:pt x="10381" y="1463656"/>
                      <a:pt x="0" y="1453274"/>
                      <a:pt x="0" y="1441410"/>
                    </a:cubicBezTo>
                    <a:cubicBezTo>
                      <a:pt x="0" y="1429547"/>
                      <a:pt x="10381" y="1419167"/>
                      <a:pt x="22244" y="1419167"/>
                    </a:cubicBezTo>
                    <a:lnTo>
                      <a:pt x="1220454" y="1419167"/>
                    </a:lnTo>
                    <a:cubicBezTo>
                      <a:pt x="1623813" y="1419167"/>
                      <a:pt x="1954507" y="1733549"/>
                      <a:pt x="1982683" y="2129492"/>
                    </a:cubicBezTo>
                    <a:cubicBezTo>
                      <a:pt x="1985649" y="2132458"/>
                      <a:pt x="1987130" y="2136907"/>
                      <a:pt x="1987130" y="2142838"/>
                    </a:cubicBezTo>
                    <a:lnTo>
                      <a:pt x="1987130" y="2738977"/>
                    </a:lnTo>
                    <a:cubicBezTo>
                      <a:pt x="1987130" y="3136404"/>
                      <a:pt x="2310410" y="3459684"/>
                      <a:pt x="2707838" y="3459684"/>
                    </a:cubicBezTo>
                    <a:cubicBezTo>
                      <a:pt x="3105263" y="3459684"/>
                      <a:pt x="3428542" y="3136404"/>
                      <a:pt x="3428542" y="2738977"/>
                    </a:cubicBezTo>
                    <a:lnTo>
                      <a:pt x="3428542" y="2191775"/>
                    </a:lnTo>
                    <a:lnTo>
                      <a:pt x="3428542" y="765193"/>
                    </a:lnTo>
                    <a:cubicBezTo>
                      <a:pt x="3428542" y="342558"/>
                      <a:pt x="3772583" y="0"/>
                      <a:pt x="4193735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w="13374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dobe Clean SemiLight" panose="020B0403020404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B16C985-15C3-5961-F080-BEA5A508B227}"/>
                </a:ext>
              </a:extLst>
            </p:cNvPr>
            <p:cNvGrpSpPr/>
            <p:nvPr/>
          </p:nvGrpSpPr>
          <p:grpSpPr>
            <a:xfrm>
              <a:off x="152400" y="3473260"/>
              <a:ext cx="11405555" cy="4134575"/>
              <a:chOff x="387096" y="1863803"/>
              <a:chExt cx="11339138" cy="4096913"/>
            </a:xfrm>
          </p:grpSpPr>
          <p:sp>
            <p:nvSpPr>
              <p:cNvPr id="17" name="Freeform: Shape 314">
                <a:extLst>
                  <a:ext uri="{FF2B5EF4-FFF2-40B4-BE49-F238E27FC236}">
                    <a16:creationId xmlns:a16="http://schemas.microsoft.com/office/drawing/2014/main" id="{9D3377F0-9350-1C36-0686-96B84925E30B}"/>
                  </a:ext>
                </a:extLst>
              </p:cNvPr>
              <p:cNvSpPr/>
              <p:nvPr/>
            </p:nvSpPr>
            <p:spPr>
              <a:xfrm>
                <a:off x="387096" y="1863803"/>
                <a:ext cx="5670804" cy="3505654"/>
              </a:xfrm>
              <a:custGeom>
                <a:avLst/>
                <a:gdLst>
                  <a:gd name="connsiteX0" fmla="*/ 4193735 w 5670804"/>
                  <a:gd name="connsiteY0" fmla="*/ 0 h 3505654"/>
                  <a:gd name="connsiteX1" fmla="*/ 4954481 w 5670804"/>
                  <a:gd name="connsiteY1" fmla="*/ 696978 h 3505654"/>
                  <a:gd name="connsiteX2" fmla="*/ 4958929 w 5670804"/>
                  <a:gd name="connsiteY2" fmla="*/ 710325 h 3505654"/>
                  <a:gd name="connsiteX3" fmla="*/ 4958929 w 5670804"/>
                  <a:gd name="connsiteY3" fmla="*/ 1306464 h 3505654"/>
                  <a:gd name="connsiteX4" fmla="*/ 5606048 w 5670804"/>
                  <a:gd name="connsiteY4" fmla="*/ 2023442 h 3505654"/>
                  <a:gd name="connsiteX5" fmla="*/ 5670804 w 5670804"/>
                  <a:gd name="connsiteY5" fmla="*/ 2026723 h 3505654"/>
                  <a:gd name="connsiteX6" fmla="*/ 5670804 w 5670804"/>
                  <a:gd name="connsiteY6" fmla="*/ 2070240 h 3505654"/>
                  <a:gd name="connsiteX7" fmla="*/ 5540173 w 5670804"/>
                  <a:gd name="connsiteY7" fmla="*/ 2057705 h 3505654"/>
                  <a:gd name="connsiteX8" fmla="*/ 4924822 w 5670804"/>
                  <a:gd name="connsiteY8" fmla="*/ 1374679 h 3505654"/>
                  <a:gd name="connsiteX9" fmla="*/ 4920374 w 5670804"/>
                  <a:gd name="connsiteY9" fmla="*/ 1361333 h 3505654"/>
                  <a:gd name="connsiteX10" fmla="*/ 4920374 w 5670804"/>
                  <a:gd name="connsiteY10" fmla="*/ 765193 h 3505654"/>
                  <a:gd name="connsiteX11" fmla="*/ 4199668 w 5670804"/>
                  <a:gd name="connsiteY11" fmla="*/ 44487 h 3505654"/>
                  <a:gd name="connsiteX12" fmla="*/ 3478962 w 5670804"/>
                  <a:gd name="connsiteY12" fmla="*/ 765193 h 3505654"/>
                  <a:gd name="connsiteX13" fmla="*/ 3478962 w 5670804"/>
                  <a:gd name="connsiteY13" fmla="*/ 1312396 h 3505654"/>
                  <a:gd name="connsiteX14" fmla="*/ 3478962 w 5670804"/>
                  <a:gd name="connsiteY14" fmla="*/ 2740461 h 3505654"/>
                  <a:gd name="connsiteX15" fmla="*/ 2713769 w 5670804"/>
                  <a:gd name="connsiteY15" fmla="*/ 3505654 h 3505654"/>
                  <a:gd name="connsiteX16" fmla="*/ 1948575 w 5670804"/>
                  <a:gd name="connsiteY16" fmla="*/ 2740461 h 3505654"/>
                  <a:gd name="connsiteX17" fmla="*/ 1948575 w 5670804"/>
                  <a:gd name="connsiteY17" fmla="*/ 2194741 h 3505654"/>
                  <a:gd name="connsiteX18" fmla="*/ 1945609 w 5670804"/>
                  <a:gd name="connsiteY18" fmla="*/ 2184360 h 3505654"/>
                  <a:gd name="connsiteX19" fmla="*/ 1224904 w 5670804"/>
                  <a:gd name="connsiteY19" fmla="*/ 1463656 h 3505654"/>
                  <a:gd name="connsiteX20" fmla="*/ 22244 w 5670804"/>
                  <a:gd name="connsiteY20" fmla="*/ 1463656 h 3505654"/>
                  <a:gd name="connsiteX21" fmla="*/ 0 w 5670804"/>
                  <a:gd name="connsiteY21" fmla="*/ 1441410 h 3505654"/>
                  <a:gd name="connsiteX22" fmla="*/ 22244 w 5670804"/>
                  <a:gd name="connsiteY22" fmla="*/ 1419167 h 3505654"/>
                  <a:gd name="connsiteX23" fmla="*/ 1220454 w 5670804"/>
                  <a:gd name="connsiteY23" fmla="*/ 1419167 h 3505654"/>
                  <a:gd name="connsiteX24" fmla="*/ 1982683 w 5670804"/>
                  <a:gd name="connsiteY24" fmla="*/ 2129492 h 3505654"/>
                  <a:gd name="connsiteX25" fmla="*/ 1987130 w 5670804"/>
                  <a:gd name="connsiteY25" fmla="*/ 2142838 h 3505654"/>
                  <a:gd name="connsiteX26" fmla="*/ 1987130 w 5670804"/>
                  <a:gd name="connsiteY26" fmla="*/ 2738977 h 3505654"/>
                  <a:gd name="connsiteX27" fmla="*/ 2707838 w 5670804"/>
                  <a:gd name="connsiteY27" fmla="*/ 3459684 h 3505654"/>
                  <a:gd name="connsiteX28" fmla="*/ 3428542 w 5670804"/>
                  <a:gd name="connsiteY28" fmla="*/ 2738977 h 3505654"/>
                  <a:gd name="connsiteX29" fmla="*/ 3428542 w 5670804"/>
                  <a:gd name="connsiteY29" fmla="*/ 2191775 h 3505654"/>
                  <a:gd name="connsiteX30" fmla="*/ 3428542 w 5670804"/>
                  <a:gd name="connsiteY30" fmla="*/ 765193 h 3505654"/>
                  <a:gd name="connsiteX31" fmla="*/ 4193735 w 5670804"/>
                  <a:gd name="connsiteY31" fmla="*/ 0 h 35056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5670804" h="3505654">
                    <a:moveTo>
                      <a:pt x="4193735" y="0"/>
                    </a:moveTo>
                    <a:cubicBezTo>
                      <a:pt x="4591161" y="0"/>
                      <a:pt x="4920374" y="306966"/>
                      <a:pt x="4954481" y="696978"/>
                    </a:cubicBezTo>
                    <a:cubicBezTo>
                      <a:pt x="4957447" y="701427"/>
                      <a:pt x="4958929" y="705875"/>
                      <a:pt x="4958929" y="710325"/>
                    </a:cubicBezTo>
                    <a:lnTo>
                      <a:pt x="4958929" y="1306464"/>
                    </a:lnTo>
                    <a:cubicBezTo>
                      <a:pt x="4958929" y="1679051"/>
                      <a:pt x="5243062" y="1986470"/>
                      <a:pt x="5606048" y="2023442"/>
                    </a:cubicBezTo>
                    <a:lnTo>
                      <a:pt x="5670804" y="2026723"/>
                    </a:lnTo>
                    <a:lnTo>
                      <a:pt x="5670804" y="2070240"/>
                    </a:lnTo>
                    <a:lnTo>
                      <a:pt x="5540173" y="2057705"/>
                    </a:lnTo>
                    <a:cubicBezTo>
                      <a:pt x="5210449" y="1993618"/>
                      <a:pt x="4954666" y="1715939"/>
                      <a:pt x="4924822" y="1374679"/>
                    </a:cubicBezTo>
                    <a:cubicBezTo>
                      <a:pt x="4921856" y="1370230"/>
                      <a:pt x="4920374" y="1365782"/>
                      <a:pt x="4920374" y="1361333"/>
                    </a:cubicBezTo>
                    <a:lnTo>
                      <a:pt x="4920374" y="765193"/>
                    </a:lnTo>
                    <a:cubicBezTo>
                      <a:pt x="4920374" y="367767"/>
                      <a:pt x="4597094" y="44487"/>
                      <a:pt x="4199668" y="44487"/>
                    </a:cubicBezTo>
                    <a:cubicBezTo>
                      <a:pt x="3802242" y="44487"/>
                      <a:pt x="3478962" y="367767"/>
                      <a:pt x="3478962" y="765193"/>
                    </a:cubicBezTo>
                    <a:lnTo>
                      <a:pt x="3478962" y="1312396"/>
                    </a:lnTo>
                    <a:lnTo>
                      <a:pt x="3478962" y="2740461"/>
                    </a:lnTo>
                    <a:cubicBezTo>
                      <a:pt x="3478962" y="3163097"/>
                      <a:pt x="3136404" y="3505654"/>
                      <a:pt x="2713769" y="3505654"/>
                    </a:cubicBezTo>
                    <a:cubicBezTo>
                      <a:pt x="2291133" y="3505654"/>
                      <a:pt x="1948575" y="3161613"/>
                      <a:pt x="1948575" y="2740461"/>
                    </a:cubicBezTo>
                    <a:lnTo>
                      <a:pt x="1948575" y="2194741"/>
                    </a:lnTo>
                    <a:cubicBezTo>
                      <a:pt x="1947091" y="2191775"/>
                      <a:pt x="1945609" y="2188809"/>
                      <a:pt x="1945609" y="2184360"/>
                    </a:cubicBezTo>
                    <a:cubicBezTo>
                      <a:pt x="1945609" y="1786934"/>
                      <a:pt x="1622330" y="1463656"/>
                      <a:pt x="1224904" y="1463656"/>
                    </a:cubicBezTo>
                    <a:lnTo>
                      <a:pt x="22244" y="1463656"/>
                    </a:lnTo>
                    <a:cubicBezTo>
                      <a:pt x="10381" y="1463656"/>
                      <a:pt x="0" y="1453274"/>
                      <a:pt x="0" y="1441410"/>
                    </a:cubicBezTo>
                    <a:cubicBezTo>
                      <a:pt x="0" y="1429547"/>
                      <a:pt x="10381" y="1419167"/>
                      <a:pt x="22244" y="1419167"/>
                    </a:cubicBezTo>
                    <a:lnTo>
                      <a:pt x="1220454" y="1419167"/>
                    </a:lnTo>
                    <a:cubicBezTo>
                      <a:pt x="1623813" y="1419167"/>
                      <a:pt x="1954507" y="1733549"/>
                      <a:pt x="1982683" y="2129492"/>
                    </a:cubicBezTo>
                    <a:cubicBezTo>
                      <a:pt x="1985649" y="2132458"/>
                      <a:pt x="1987130" y="2136907"/>
                      <a:pt x="1987130" y="2142838"/>
                    </a:cubicBezTo>
                    <a:lnTo>
                      <a:pt x="1987130" y="2738977"/>
                    </a:lnTo>
                    <a:cubicBezTo>
                      <a:pt x="1987130" y="3136404"/>
                      <a:pt x="2310410" y="3459684"/>
                      <a:pt x="2707838" y="3459684"/>
                    </a:cubicBezTo>
                    <a:cubicBezTo>
                      <a:pt x="3105263" y="3459684"/>
                      <a:pt x="3428542" y="3136404"/>
                      <a:pt x="3428542" y="2738977"/>
                    </a:cubicBezTo>
                    <a:lnTo>
                      <a:pt x="3428542" y="2191775"/>
                    </a:lnTo>
                    <a:lnTo>
                      <a:pt x="3428542" y="765193"/>
                    </a:lnTo>
                    <a:cubicBezTo>
                      <a:pt x="3428542" y="342558"/>
                      <a:pt x="3772583" y="0"/>
                      <a:pt x="4193735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w="13374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dobe Clean SemiLight" panose="020B0403020404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315">
                <a:extLst>
                  <a:ext uri="{FF2B5EF4-FFF2-40B4-BE49-F238E27FC236}">
                    <a16:creationId xmlns:a16="http://schemas.microsoft.com/office/drawing/2014/main" id="{944F7BD8-AF49-B579-3ACD-8CAE79D28D0E}"/>
                  </a:ext>
                </a:extLst>
              </p:cNvPr>
              <p:cNvSpPr/>
              <p:nvPr/>
            </p:nvSpPr>
            <p:spPr>
              <a:xfrm flipH="1" flipV="1">
                <a:off x="6055430" y="2455062"/>
                <a:ext cx="5670804" cy="3505654"/>
              </a:xfrm>
              <a:custGeom>
                <a:avLst/>
                <a:gdLst>
                  <a:gd name="connsiteX0" fmla="*/ 4193735 w 5670804"/>
                  <a:gd name="connsiteY0" fmla="*/ 0 h 3505654"/>
                  <a:gd name="connsiteX1" fmla="*/ 4954481 w 5670804"/>
                  <a:gd name="connsiteY1" fmla="*/ 696978 h 3505654"/>
                  <a:gd name="connsiteX2" fmla="*/ 4958929 w 5670804"/>
                  <a:gd name="connsiteY2" fmla="*/ 710325 h 3505654"/>
                  <a:gd name="connsiteX3" fmla="*/ 4958929 w 5670804"/>
                  <a:gd name="connsiteY3" fmla="*/ 1306464 h 3505654"/>
                  <a:gd name="connsiteX4" fmla="*/ 5606048 w 5670804"/>
                  <a:gd name="connsiteY4" fmla="*/ 2023442 h 3505654"/>
                  <a:gd name="connsiteX5" fmla="*/ 5670804 w 5670804"/>
                  <a:gd name="connsiteY5" fmla="*/ 2026723 h 3505654"/>
                  <a:gd name="connsiteX6" fmla="*/ 5670804 w 5670804"/>
                  <a:gd name="connsiteY6" fmla="*/ 2070240 h 3505654"/>
                  <a:gd name="connsiteX7" fmla="*/ 5540173 w 5670804"/>
                  <a:gd name="connsiteY7" fmla="*/ 2057705 h 3505654"/>
                  <a:gd name="connsiteX8" fmla="*/ 4924822 w 5670804"/>
                  <a:gd name="connsiteY8" fmla="*/ 1374679 h 3505654"/>
                  <a:gd name="connsiteX9" fmla="*/ 4920374 w 5670804"/>
                  <a:gd name="connsiteY9" fmla="*/ 1361333 h 3505654"/>
                  <a:gd name="connsiteX10" fmla="*/ 4920374 w 5670804"/>
                  <a:gd name="connsiteY10" fmla="*/ 765193 h 3505654"/>
                  <a:gd name="connsiteX11" fmla="*/ 4199668 w 5670804"/>
                  <a:gd name="connsiteY11" fmla="*/ 44487 h 3505654"/>
                  <a:gd name="connsiteX12" fmla="*/ 3478962 w 5670804"/>
                  <a:gd name="connsiteY12" fmla="*/ 765193 h 3505654"/>
                  <a:gd name="connsiteX13" fmla="*/ 3478962 w 5670804"/>
                  <a:gd name="connsiteY13" fmla="*/ 1312396 h 3505654"/>
                  <a:gd name="connsiteX14" fmla="*/ 3478962 w 5670804"/>
                  <a:gd name="connsiteY14" fmla="*/ 2740461 h 3505654"/>
                  <a:gd name="connsiteX15" fmla="*/ 2713769 w 5670804"/>
                  <a:gd name="connsiteY15" fmla="*/ 3505654 h 3505654"/>
                  <a:gd name="connsiteX16" fmla="*/ 1948575 w 5670804"/>
                  <a:gd name="connsiteY16" fmla="*/ 2740461 h 3505654"/>
                  <a:gd name="connsiteX17" fmla="*/ 1948575 w 5670804"/>
                  <a:gd name="connsiteY17" fmla="*/ 2194741 h 3505654"/>
                  <a:gd name="connsiteX18" fmla="*/ 1945609 w 5670804"/>
                  <a:gd name="connsiteY18" fmla="*/ 2184360 h 3505654"/>
                  <a:gd name="connsiteX19" fmla="*/ 1224904 w 5670804"/>
                  <a:gd name="connsiteY19" fmla="*/ 1463656 h 3505654"/>
                  <a:gd name="connsiteX20" fmla="*/ 22244 w 5670804"/>
                  <a:gd name="connsiteY20" fmla="*/ 1463656 h 3505654"/>
                  <a:gd name="connsiteX21" fmla="*/ 0 w 5670804"/>
                  <a:gd name="connsiteY21" fmla="*/ 1441410 h 3505654"/>
                  <a:gd name="connsiteX22" fmla="*/ 22244 w 5670804"/>
                  <a:gd name="connsiteY22" fmla="*/ 1419167 h 3505654"/>
                  <a:gd name="connsiteX23" fmla="*/ 1220454 w 5670804"/>
                  <a:gd name="connsiteY23" fmla="*/ 1419167 h 3505654"/>
                  <a:gd name="connsiteX24" fmla="*/ 1982683 w 5670804"/>
                  <a:gd name="connsiteY24" fmla="*/ 2129492 h 3505654"/>
                  <a:gd name="connsiteX25" fmla="*/ 1987130 w 5670804"/>
                  <a:gd name="connsiteY25" fmla="*/ 2142838 h 3505654"/>
                  <a:gd name="connsiteX26" fmla="*/ 1987130 w 5670804"/>
                  <a:gd name="connsiteY26" fmla="*/ 2738977 h 3505654"/>
                  <a:gd name="connsiteX27" fmla="*/ 2707838 w 5670804"/>
                  <a:gd name="connsiteY27" fmla="*/ 3459684 h 3505654"/>
                  <a:gd name="connsiteX28" fmla="*/ 3428542 w 5670804"/>
                  <a:gd name="connsiteY28" fmla="*/ 2738977 h 3505654"/>
                  <a:gd name="connsiteX29" fmla="*/ 3428542 w 5670804"/>
                  <a:gd name="connsiteY29" fmla="*/ 2191775 h 3505654"/>
                  <a:gd name="connsiteX30" fmla="*/ 3428542 w 5670804"/>
                  <a:gd name="connsiteY30" fmla="*/ 765193 h 3505654"/>
                  <a:gd name="connsiteX31" fmla="*/ 4193735 w 5670804"/>
                  <a:gd name="connsiteY31" fmla="*/ 0 h 35056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5670804" h="3505654">
                    <a:moveTo>
                      <a:pt x="4193735" y="0"/>
                    </a:moveTo>
                    <a:cubicBezTo>
                      <a:pt x="4591161" y="0"/>
                      <a:pt x="4920374" y="306966"/>
                      <a:pt x="4954481" y="696978"/>
                    </a:cubicBezTo>
                    <a:cubicBezTo>
                      <a:pt x="4957447" y="701427"/>
                      <a:pt x="4958929" y="705875"/>
                      <a:pt x="4958929" y="710325"/>
                    </a:cubicBezTo>
                    <a:lnTo>
                      <a:pt x="4958929" y="1306464"/>
                    </a:lnTo>
                    <a:cubicBezTo>
                      <a:pt x="4958929" y="1679051"/>
                      <a:pt x="5243062" y="1986470"/>
                      <a:pt x="5606048" y="2023442"/>
                    </a:cubicBezTo>
                    <a:lnTo>
                      <a:pt x="5670804" y="2026723"/>
                    </a:lnTo>
                    <a:lnTo>
                      <a:pt x="5670804" y="2070240"/>
                    </a:lnTo>
                    <a:lnTo>
                      <a:pt x="5540173" y="2057705"/>
                    </a:lnTo>
                    <a:cubicBezTo>
                      <a:pt x="5210449" y="1993618"/>
                      <a:pt x="4954666" y="1715939"/>
                      <a:pt x="4924822" y="1374679"/>
                    </a:cubicBezTo>
                    <a:cubicBezTo>
                      <a:pt x="4921856" y="1370230"/>
                      <a:pt x="4920374" y="1365782"/>
                      <a:pt x="4920374" y="1361333"/>
                    </a:cubicBezTo>
                    <a:lnTo>
                      <a:pt x="4920374" y="765193"/>
                    </a:lnTo>
                    <a:cubicBezTo>
                      <a:pt x="4920374" y="367767"/>
                      <a:pt x="4597094" y="44487"/>
                      <a:pt x="4199668" y="44487"/>
                    </a:cubicBezTo>
                    <a:cubicBezTo>
                      <a:pt x="3802242" y="44487"/>
                      <a:pt x="3478962" y="367767"/>
                      <a:pt x="3478962" y="765193"/>
                    </a:cubicBezTo>
                    <a:lnTo>
                      <a:pt x="3478962" y="1312396"/>
                    </a:lnTo>
                    <a:lnTo>
                      <a:pt x="3478962" y="2740461"/>
                    </a:lnTo>
                    <a:cubicBezTo>
                      <a:pt x="3478962" y="3163097"/>
                      <a:pt x="3136404" y="3505654"/>
                      <a:pt x="2713769" y="3505654"/>
                    </a:cubicBezTo>
                    <a:cubicBezTo>
                      <a:pt x="2291133" y="3505654"/>
                      <a:pt x="1948575" y="3161613"/>
                      <a:pt x="1948575" y="2740461"/>
                    </a:cubicBezTo>
                    <a:lnTo>
                      <a:pt x="1948575" y="2194741"/>
                    </a:lnTo>
                    <a:cubicBezTo>
                      <a:pt x="1947091" y="2191775"/>
                      <a:pt x="1945609" y="2188809"/>
                      <a:pt x="1945609" y="2184360"/>
                    </a:cubicBezTo>
                    <a:cubicBezTo>
                      <a:pt x="1945609" y="1786934"/>
                      <a:pt x="1622330" y="1463656"/>
                      <a:pt x="1224904" y="1463656"/>
                    </a:cubicBezTo>
                    <a:lnTo>
                      <a:pt x="22244" y="1463656"/>
                    </a:lnTo>
                    <a:cubicBezTo>
                      <a:pt x="10381" y="1463656"/>
                      <a:pt x="0" y="1453274"/>
                      <a:pt x="0" y="1441410"/>
                    </a:cubicBezTo>
                    <a:cubicBezTo>
                      <a:pt x="0" y="1429547"/>
                      <a:pt x="10381" y="1419167"/>
                      <a:pt x="22244" y="1419167"/>
                    </a:cubicBezTo>
                    <a:lnTo>
                      <a:pt x="1220454" y="1419167"/>
                    </a:lnTo>
                    <a:cubicBezTo>
                      <a:pt x="1623813" y="1419167"/>
                      <a:pt x="1954507" y="1733549"/>
                      <a:pt x="1982683" y="2129492"/>
                    </a:cubicBezTo>
                    <a:cubicBezTo>
                      <a:pt x="1985649" y="2132458"/>
                      <a:pt x="1987130" y="2136907"/>
                      <a:pt x="1987130" y="2142838"/>
                    </a:cubicBezTo>
                    <a:lnTo>
                      <a:pt x="1987130" y="2738977"/>
                    </a:lnTo>
                    <a:cubicBezTo>
                      <a:pt x="1987130" y="3136404"/>
                      <a:pt x="2310410" y="3459684"/>
                      <a:pt x="2707838" y="3459684"/>
                    </a:cubicBezTo>
                    <a:cubicBezTo>
                      <a:pt x="3105263" y="3459684"/>
                      <a:pt x="3428542" y="3136404"/>
                      <a:pt x="3428542" y="2738977"/>
                    </a:cubicBezTo>
                    <a:lnTo>
                      <a:pt x="3428542" y="2191775"/>
                    </a:lnTo>
                    <a:lnTo>
                      <a:pt x="3428542" y="765193"/>
                    </a:lnTo>
                    <a:cubicBezTo>
                      <a:pt x="3428542" y="342558"/>
                      <a:pt x="3772583" y="0"/>
                      <a:pt x="4193735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w="13374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dobe Clean SemiLight" panose="020B0403020404020204" pitchFamily="34" charset="0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3452A64D-4E67-CD7E-3FC1-D6253623EF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977" y="462744"/>
            <a:ext cx="8831754" cy="149942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076C8E6-0786-661F-E86B-E1B2FCD9B5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3794" y="5521845"/>
            <a:ext cx="979958" cy="9799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425CA1B-145A-71F0-E997-3A0E1E9426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4335" y="2153449"/>
            <a:ext cx="979958" cy="97995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D0E534F-2CC9-8513-08FD-D0B46DED23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213352" y="3117062"/>
            <a:ext cx="979958" cy="9799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8B1CCC-7355-06CD-BD43-0B3A033CFA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92976" y="4153213"/>
            <a:ext cx="979958" cy="9799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716F898-D24D-9298-F553-FA6D3666E99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639891" y="3451721"/>
            <a:ext cx="979958" cy="9799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23BAD1-06C7-5966-B28A-E86E8967747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641212" y="4327800"/>
            <a:ext cx="979958" cy="9799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99F987B-B0A5-43E8-3EF7-9C3208D85DF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130847" y="5521845"/>
            <a:ext cx="979958" cy="97995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23DFCB7-961F-B728-BC7F-2975C322EE4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85234" y="5820192"/>
            <a:ext cx="979958" cy="97995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309F32B-61AE-5678-7719-8AEC5B9CE97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75275" y="4208747"/>
            <a:ext cx="979958" cy="97995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40BB0C9-3B24-FC3E-1333-99066264879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972552" y="4541887"/>
            <a:ext cx="979958" cy="97995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AA59EE9-52DE-83F8-E26A-C19285CFA87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802833" y="2137104"/>
            <a:ext cx="979958" cy="97995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B772B5E-266E-3623-F48F-1A6183D671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520289" y="4718242"/>
            <a:ext cx="979958" cy="97995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0118D1C-93EA-B05D-880C-D3F9BD18B46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00548" y="6550874"/>
            <a:ext cx="1262889" cy="98015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DD056E3-F21D-EAD6-84DE-B724591B846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89270" y="3230020"/>
            <a:ext cx="1110088" cy="861561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71B26F9-02A9-EFAA-CE85-ABE16950348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08759" y="3752248"/>
            <a:ext cx="1312989" cy="101903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76C9D6F-94AF-3527-A0D4-3FF75F798C3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743769" y="6906672"/>
            <a:ext cx="1262888" cy="98015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6F27C3B-81D4-C605-F361-A9520F7E01D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041335" y="5220582"/>
            <a:ext cx="1288311" cy="999884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0654589-3FFF-B98F-48D5-DAB9B1CD9FDB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4461113" y="5769608"/>
            <a:ext cx="1098309" cy="85241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F170781A-FACA-3ED6-37C4-62DAFF644C0B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6847602" y="5615564"/>
            <a:ext cx="1205111" cy="93531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A5A2AD7-86DD-D403-41B6-35F74CDD8C0B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9034352" y="2681400"/>
            <a:ext cx="1221858" cy="94830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B18266E9-D52A-7EC1-FD1F-ABF22F656B54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1567828" y="3818835"/>
            <a:ext cx="1062152" cy="824357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BA092C39-5DA6-FD4B-206F-BC78511BB029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3785106" y="1632393"/>
            <a:ext cx="979958" cy="760564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17CF7DA4-85A6-4B31-15A2-4382AA85DFF2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6130847" y="6638042"/>
            <a:ext cx="979958" cy="76056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9F2F2A07-FACA-AE64-A7FD-93EC685DB33B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8590227" y="4560364"/>
            <a:ext cx="1119867" cy="869151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706FC8EA-6F54-8CF3-D3ED-9ABFD8A25862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3802833" y="183510"/>
            <a:ext cx="2984361" cy="1196527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960924D6-6E7E-D238-82C0-49045864C603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7843272" y="449643"/>
            <a:ext cx="1941964" cy="469199"/>
          </a:xfrm>
          <a:prstGeom prst="rect">
            <a:avLst/>
          </a:prstGeom>
        </p:spPr>
      </p:pic>
      <p:pic>
        <p:nvPicPr>
          <p:cNvPr id="43" name="Picture 42" descr="Colorful twisting pattern">
            <a:extLst>
              <a:ext uri="{FF2B5EF4-FFF2-40B4-BE49-F238E27FC236}">
                <a16:creationId xmlns:a16="http://schemas.microsoft.com/office/drawing/2014/main" id="{768319E9-9007-1CCC-33CD-ECEA25F2FEB7}"/>
              </a:ext>
            </a:extLst>
          </p:cNvPr>
          <p:cNvPicPr>
            <a:picLocks noChangeAspect="1"/>
          </p:cNvPicPr>
          <p:nvPr/>
        </p:nvPicPr>
        <p:blipFill>
          <a:blip r:embed="rId28">
            <a:alphaModFix amt="20000"/>
          </a:blip>
          <a:stretch>
            <a:fillRect/>
          </a:stretch>
        </p:blipFill>
        <p:spPr>
          <a:xfrm>
            <a:off x="0" y="0"/>
            <a:ext cx="30275213" cy="7886824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458616DC-CB31-BAAB-F0FD-E287AEB70958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7077679" y="237411"/>
            <a:ext cx="365236" cy="893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25769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1D84EE1-E203-7548-B266-C1537BE5F22E}">
  <we:reference id="wa200005669" version="2.0.0.0" store="en-US" storeType="OMEX"/>
  <we:alternateReferences>
    <we:reference id="WA200005669" version="2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Custom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Oliver Cunliffe</dc:creator>
  <cp:revision>1</cp:revision>
  <cp:lastPrinted>2024-10-01T08:24:02Z</cp:lastPrinted>
  <dcterms:created xsi:type="dcterms:W3CDTF">2024-09-25T08:47:23Z</dcterms:created>
  <dcterms:modified xsi:type="dcterms:W3CDTF">2024-10-09T08:52:56Z</dcterms:modified>
</cp:coreProperties>
</file>