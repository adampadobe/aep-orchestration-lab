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46304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31837"/>
                </a:solidFill>
              </a:rPr>
              <a:t>AEP Profile toolkit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3317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333333"/>
                </a:solidFill>
              </a:rPr>
              <a:t>Configuration guide — Adobe Auth &amp; Profile Viewer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3154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55555"/>
                </a:solidFill>
              </a:rPr>
              <a:t>Secrets stay in .env (never commit). Node.js + AEP sandbox required.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</a:rPr>
              <a:t>Configuration flow overview</a:t>
            </a:r>
            <a:endParaRPr lang="en-US" sz="2600" dirty="0"/>
          </a:p>
        </p:txBody>
      </p:sp>
      <p:pic>
        <p:nvPicPr>
          <p:cNvPr id="3" name="Image 0" descr="C:\Users\kirkham\OneDrive - Adobe\Cursor Projects\AEP Profile\AEP Profile\documentation\screenshots\00-setup-flow-overview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320040" y="868680"/>
            <a:ext cx="850392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Prerequisites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Install Node.js (LTS)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Adobe Developer Console project (Service Account)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AEP sandbox access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00 Adobe Auth — .env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ADOBE_CLIENT_ID / SECRET — from Developer Console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ADOBE_IMS_HOST — NA or EU IMS host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ADOBE_SCOPES — must match integration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ADOBE_ORG_ID — org@AdobeOrg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ADOBE_SANDBOX_NAME — AEP sandbox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Verify: npm run test-auth</a:t>
            </a:r>
            <a:endParaRPr lang="en-US" sz="1400" dirty="0"/>
          </a:p>
        </p:txBody>
      </p:sp>
      <p:pic>
        <p:nvPicPr>
          <p:cNvPr id="4" name="Image 0" descr="C:\Users\kirkham\OneDrive - Adobe\Cursor Projects\AEP Profile\AEP Profile\documentation\screenshots\_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960120"/>
            <a:ext cx="3977640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39776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[Add screenshot] Developer Console credentials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03 Profile Viewer — .env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Copy .env.example → .env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AEP_QUERY_PROFILE_DATASET_ID — search / Query Service 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AEP_PROFILE_STREAMING_URL — DCS collection URL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AEP_PROFILE_FLOW_ID — dataflow ID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Optional: streaming API key, event URLs — see .env.example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Streaming: HTTP API source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Sources → HTTP API — create connection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Copy collection URL to AEP_PROFILE_STREAMING_URL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Dataflow → Profile dataset + Data Prep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Note flow ID for AEP_PROFILE_FLOW_ID</a:t>
            </a:r>
            <a:endParaRPr lang="en-US" sz="1400" dirty="0"/>
          </a:p>
        </p:txBody>
      </p:sp>
      <p:pic>
        <p:nvPicPr>
          <p:cNvPr id="4" name="Image 0" descr="C:\Users\kirkham\OneDrive - Adobe\Cursor Projects\AEP Profile\AEP Profile\documentation\screenshots\_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960120"/>
            <a:ext cx="3977640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39776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[Add screenshot] AEP Sources — HTTP API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Run Profile Viewer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40233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cd "03 Profile Viewer" &amp;&amp; npm start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http://localhost:3333 — lookup by email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/search.html — partial email search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Serve via Node — not file:// or Live Server</a:t>
            </a:r>
            <a:endParaRPr lang="en-US" sz="1400" dirty="0"/>
          </a:p>
        </p:txBody>
      </p:sp>
      <p:pic>
        <p:nvPicPr>
          <p:cNvPr id="4" name="Image 0" descr="C:\Users\kirkham\OneDrive - Adobe\Cursor Projects\AEP Profile\AEP Profile\documentation\screenshots\_placeholde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663440" y="960120"/>
            <a:ext cx="3977640" cy="29718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663440" y="397764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6666"/>
                </a:solidFill>
              </a:rPr>
              <a:t>[Add screenshot] Local app in browser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</a:rPr>
              <a:t>Security &amp; sharing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04672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.env is gitignored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Map from Postman env if you use EMEA Demo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Key Vault option in 00 Adobe Auth README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</a:rPr>
              <a:t>Add PNGs per screenshots/WHICH-FILES.txt — npm run generate to refresh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AEP Profile — Setup &amp; configuration</dc:title>
  <dc:subject>PptxGenJS Presentation</dc:subject>
  <dc:creator>AEP Profile documentation</dc:creator>
  <cp:lastModifiedBy>AEP Profile documentation</cp:lastModifiedBy>
  <cp:revision>1</cp:revision>
  <dcterms:created xsi:type="dcterms:W3CDTF">2026-03-25T15:57:54Z</dcterms:created>
  <dcterms:modified xsi:type="dcterms:W3CDTF">2026-03-25T15:57:54Z</dcterms:modified>
</cp:coreProperties>
</file>